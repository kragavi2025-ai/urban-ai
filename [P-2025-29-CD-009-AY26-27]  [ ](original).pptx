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image" Target="../media/image7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8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5.png"/><Relationship Id="rId13" Type="http://schemas.openxmlformats.org/officeDocument/2006/relationships/image" Target="../media/image18.png"/><Relationship Id="rId14" Type="http://schemas.openxmlformats.org/officeDocument/2006/relationships/image" Target="../media/image17.png"/><Relationship Id="rId15" Type="http://schemas.openxmlformats.org/officeDocument/2006/relationships/image" Target="../media/image15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2.png"/><Relationship Id="rId28" Type="http://schemas.openxmlformats.org/officeDocument/2006/relationships/image" Target="../media/image28.png"/><Relationship Id="rId29" Type="http://schemas.openxmlformats.org/officeDocument/2006/relationships/image" Target="../media/image24.png"/><Relationship Id="rId30" Type="http://schemas.openxmlformats.org/officeDocument/2006/relationships/image" Target="../media/image29.png"/><Relationship Id="rId31" Type="http://schemas.openxmlformats.org/officeDocument/2006/relationships/image" Target="../media/image26.png"/><Relationship Id="rId32" Type="http://schemas.openxmlformats.org/officeDocument/2006/relationships/image" Target="../media/image30.png"/><Relationship Id="rId33" Type="http://schemas.openxmlformats.org/officeDocument/2006/relationships/image" Target="../media/image24.png"/><Relationship Id="rId34" Type="http://schemas.openxmlformats.org/officeDocument/2006/relationships/image" Target="../media/image31.png"/><Relationship Id="rId35" Type="http://schemas.openxmlformats.org/officeDocument/2006/relationships/image" Target="../media/image32.png"/><Relationship Id="rId36" Type="http://schemas.openxmlformats.org/officeDocument/2006/relationships/image" Target="../media/image33.png"/><Relationship Id="rId37" Type="http://schemas.openxmlformats.org/officeDocument/2006/relationships/image" Target="../media/image34.png"/><Relationship Id="rId38" Type="http://schemas.openxmlformats.org/officeDocument/2006/relationships/image" Target="../media/image35.png"/><Relationship Id="rId39" Type="http://schemas.openxmlformats.org/officeDocument/2006/relationships/image" Target="../media/image36.png"/><Relationship Id="rId40" Type="http://schemas.openxmlformats.org/officeDocument/2006/relationships/image" Target="../media/image37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223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26240" y="6555240"/>
            <a:ext cx="3228120" cy="13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&lt;footer&gt;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11455920" y="6562800"/>
            <a:ext cx="287280" cy="12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D0BEE5B0-2399-4BB0-A213-2F46F5935C94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g object 16" hidden="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bg object 17" hidden="1"/>
          <p:cNvPicPr/>
          <p:nvPr/>
        </p:nvPicPr>
        <p:blipFill>
          <a:blip r:embed="rId2"/>
          <a:stretch/>
        </p:blipFill>
        <p:spPr>
          <a:xfrm>
            <a:off x="0" y="0"/>
            <a:ext cx="223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bg object 17"/>
          <p:cNvPicPr/>
          <p:nvPr/>
        </p:nvPicPr>
        <p:blipFill>
          <a:blip r:embed="rId3"/>
          <a:stretch/>
        </p:blipFill>
        <p:spPr>
          <a:xfrm>
            <a:off x="0" y="0"/>
            <a:ext cx="2235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bg object 18"/>
          <p:cNvPicPr/>
          <p:nvPr/>
        </p:nvPicPr>
        <p:blipFill>
          <a:blip r:embed="rId4"/>
          <a:stretch/>
        </p:blipFill>
        <p:spPr>
          <a:xfrm>
            <a:off x="9360" y="0"/>
            <a:ext cx="161640" cy="68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bg object 19"/>
          <p:cNvPicPr/>
          <p:nvPr/>
        </p:nvPicPr>
        <p:blipFill>
          <a:blip r:embed="rId5"/>
          <a:stretch/>
        </p:blipFill>
        <p:spPr>
          <a:xfrm>
            <a:off x="361800" y="228600"/>
            <a:ext cx="585360" cy="58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bg object 20"/>
          <p:cNvPicPr/>
          <p:nvPr/>
        </p:nvPicPr>
        <p:blipFill>
          <a:blip r:embed="rId6"/>
          <a:stretch/>
        </p:blipFill>
        <p:spPr>
          <a:xfrm>
            <a:off x="419040" y="266760"/>
            <a:ext cx="475920" cy="4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bg object 21"/>
          <p:cNvPicPr/>
          <p:nvPr/>
        </p:nvPicPr>
        <p:blipFill>
          <a:blip r:embed="rId7"/>
          <a:stretch/>
        </p:blipFill>
        <p:spPr>
          <a:xfrm>
            <a:off x="8744040" y="247680"/>
            <a:ext cx="994320" cy="40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bg object 22"/>
          <p:cNvPicPr/>
          <p:nvPr/>
        </p:nvPicPr>
        <p:blipFill>
          <a:blip r:embed="rId8"/>
          <a:stretch/>
        </p:blipFill>
        <p:spPr>
          <a:xfrm>
            <a:off x="8737200" y="222120"/>
            <a:ext cx="10094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bg object 23"/>
          <p:cNvPicPr/>
          <p:nvPr/>
        </p:nvPicPr>
        <p:blipFill>
          <a:blip r:embed="rId9"/>
          <a:stretch/>
        </p:blipFill>
        <p:spPr>
          <a:xfrm>
            <a:off x="9696600" y="247680"/>
            <a:ext cx="994320" cy="40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bg object 24"/>
          <p:cNvPicPr/>
          <p:nvPr/>
        </p:nvPicPr>
        <p:blipFill>
          <a:blip r:embed="rId10"/>
          <a:stretch/>
        </p:blipFill>
        <p:spPr>
          <a:xfrm>
            <a:off x="9689760" y="222120"/>
            <a:ext cx="10094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bg object 25"/>
          <p:cNvPicPr/>
          <p:nvPr/>
        </p:nvPicPr>
        <p:blipFill>
          <a:blip r:embed="rId11"/>
          <a:stretch/>
        </p:blipFill>
        <p:spPr>
          <a:xfrm>
            <a:off x="10658520" y="247680"/>
            <a:ext cx="994320" cy="40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bg object 26"/>
          <p:cNvPicPr/>
          <p:nvPr/>
        </p:nvPicPr>
        <p:blipFill>
          <a:blip r:embed="rId12"/>
          <a:stretch/>
        </p:blipFill>
        <p:spPr>
          <a:xfrm>
            <a:off x="10652040" y="222120"/>
            <a:ext cx="1009440" cy="41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bg object 27"/>
          <p:cNvPicPr/>
          <p:nvPr/>
        </p:nvPicPr>
        <p:blipFill>
          <a:blip r:embed="rId13"/>
          <a:stretch/>
        </p:blipFill>
        <p:spPr>
          <a:xfrm>
            <a:off x="361800" y="6458040"/>
            <a:ext cx="1145340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1097244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4"/>
          </p:nvPr>
        </p:nvSpPr>
        <p:spPr>
          <a:xfrm>
            <a:off x="426240" y="6555240"/>
            <a:ext cx="3228120" cy="13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&lt;footer&gt;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6"/>
          </p:nvPr>
        </p:nvSpPr>
        <p:spPr>
          <a:xfrm>
            <a:off x="11455920" y="6562800"/>
            <a:ext cx="287280" cy="12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5094DAB1-0E7D-406A-B1D6-03965910B522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223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7"/>
          </p:nvPr>
        </p:nvSpPr>
        <p:spPr>
          <a:xfrm>
            <a:off x="426240" y="6555240"/>
            <a:ext cx="3228120" cy="13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&lt;footer&gt;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9"/>
          </p:nvPr>
        </p:nvSpPr>
        <p:spPr>
          <a:xfrm>
            <a:off x="11455920" y="6562800"/>
            <a:ext cx="287280" cy="12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56A6E362-BDDD-4F25-AC86-D4A89C37D8DF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bg object 17"/>
          <p:cNvPicPr/>
          <p:nvPr/>
        </p:nvPicPr>
        <p:blipFill>
          <a:blip r:embed="rId2"/>
          <a:stretch/>
        </p:blipFill>
        <p:spPr>
          <a:xfrm>
            <a:off x="0" y="0"/>
            <a:ext cx="223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10"/>
          </p:nvPr>
        </p:nvSpPr>
        <p:spPr>
          <a:xfrm>
            <a:off x="426240" y="6555240"/>
            <a:ext cx="3228120" cy="13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&lt;footer&gt;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12"/>
          </p:nvPr>
        </p:nvSpPr>
        <p:spPr>
          <a:xfrm>
            <a:off x="11455920" y="6562800"/>
            <a:ext cx="287280" cy="12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3D0D9DA1-7E9D-4C5D-8FB2-243F8E4CD9BA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 object 16" hidden="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bg object 17" hidden="1"/>
          <p:cNvPicPr/>
          <p:nvPr/>
        </p:nvPicPr>
        <p:blipFill>
          <a:blip r:embed="rId2"/>
          <a:stretch/>
        </p:blipFill>
        <p:spPr>
          <a:xfrm>
            <a:off x="0" y="0"/>
            <a:ext cx="223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bg object 17"/>
          <p:cNvPicPr/>
          <p:nvPr/>
        </p:nvPicPr>
        <p:blipFill>
          <a:blip r:embed="rId3"/>
          <a:stretch/>
        </p:blipFill>
        <p:spPr>
          <a:xfrm>
            <a:off x="0" y="0"/>
            <a:ext cx="47383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bg object 18"/>
          <p:cNvPicPr/>
          <p:nvPr/>
        </p:nvPicPr>
        <p:blipFill>
          <a:blip r:embed="rId4"/>
          <a:stretch/>
        </p:blipFill>
        <p:spPr>
          <a:xfrm>
            <a:off x="9360" y="0"/>
            <a:ext cx="4676400" cy="68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bg object 19"/>
          <p:cNvPicPr/>
          <p:nvPr/>
        </p:nvPicPr>
        <p:blipFill>
          <a:blip r:embed="rId5"/>
          <a:stretch/>
        </p:blipFill>
        <p:spPr>
          <a:xfrm>
            <a:off x="0" y="0"/>
            <a:ext cx="2329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bg object 20"/>
          <p:cNvPicPr/>
          <p:nvPr/>
        </p:nvPicPr>
        <p:blipFill>
          <a:blip r:embed="rId6"/>
          <a:stretch/>
        </p:blipFill>
        <p:spPr>
          <a:xfrm>
            <a:off x="0" y="0"/>
            <a:ext cx="161640" cy="68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bg object 21"/>
          <p:cNvPicPr/>
          <p:nvPr/>
        </p:nvPicPr>
        <p:blipFill>
          <a:blip r:embed="rId7"/>
          <a:stretch/>
        </p:blipFill>
        <p:spPr>
          <a:xfrm>
            <a:off x="476280" y="466560"/>
            <a:ext cx="3357360" cy="42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bg object 22"/>
          <p:cNvPicPr/>
          <p:nvPr/>
        </p:nvPicPr>
        <p:blipFill>
          <a:blip r:embed="rId8"/>
          <a:stretch/>
        </p:blipFill>
        <p:spPr>
          <a:xfrm>
            <a:off x="468360" y="439920"/>
            <a:ext cx="338112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bg object 23"/>
          <p:cNvPicPr/>
          <p:nvPr/>
        </p:nvPicPr>
        <p:blipFill>
          <a:blip r:embed="rId9"/>
          <a:stretch/>
        </p:blipFill>
        <p:spPr>
          <a:xfrm>
            <a:off x="561960" y="462924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bg object 24"/>
          <p:cNvPicPr/>
          <p:nvPr/>
        </p:nvPicPr>
        <p:blipFill>
          <a:blip r:embed="rId10"/>
          <a:stretch/>
        </p:blipFill>
        <p:spPr>
          <a:xfrm>
            <a:off x="619200" y="46674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bg object 25"/>
          <p:cNvPicPr/>
          <p:nvPr/>
        </p:nvPicPr>
        <p:blipFill>
          <a:blip r:embed="rId11"/>
          <a:stretch/>
        </p:blipFill>
        <p:spPr>
          <a:xfrm>
            <a:off x="1076400" y="4848120"/>
            <a:ext cx="76644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bg object 26"/>
          <p:cNvPicPr/>
          <p:nvPr/>
        </p:nvPicPr>
        <p:blipFill>
          <a:blip r:embed="rId12"/>
          <a:stretch/>
        </p:blipFill>
        <p:spPr>
          <a:xfrm>
            <a:off x="1828800" y="462924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bg object 27"/>
          <p:cNvPicPr/>
          <p:nvPr/>
        </p:nvPicPr>
        <p:blipFill>
          <a:blip r:embed="rId13"/>
          <a:stretch/>
        </p:blipFill>
        <p:spPr>
          <a:xfrm>
            <a:off x="1865880" y="46674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bg object 28"/>
          <p:cNvPicPr/>
          <p:nvPr/>
        </p:nvPicPr>
        <p:blipFill>
          <a:blip r:embed="rId14"/>
          <a:stretch/>
        </p:blipFill>
        <p:spPr>
          <a:xfrm>
            <a:off x="2343240" y="4848120"/>
            <a:ext cx="76644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bg object 29"/>
          <p:cNvPicPr/>
          <p:nvPr/>
        </p:nvPicPr>
        <p:blipFill>
          <a:blip r:embed="rId15"/>
          <a:stretch/>
        </p:blipFill>
        <p:spPr>
          <a:xfrm>
            <a:off x="3086280" y="462924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bg object 30"/>
          <p:cNvPicPr/>
          <p:nvPr/>
        </p:nvPicPr>
        <p:blipFill>
          <a:blip r:embed="rId16"/>
          <a:stretch/>
        </p:blipFill>
        <p:spPr>
          <a:xfrm>
            <a:off x="3143160" y="46674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bg object 31"/>
          <p:cNvPicPr/>
          <p:nvPr/>
        </p:nvPicPr>
        <p:blipFill>
          <a:blip r:embed="rId17"/>
          <a:stretch/>
        </p:blipFill>
        <p:spPr>
          <a:xfrm>
            <a:off x="476280" y="5610240"/>
            <a:ext cx="3757320" cy="71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bg object 32"/>
          <p:cNvPicPr/>
          <p:nvPr/>
        </p:nvPicPr>
        <p:blipFill>
          <a:blip r:embed="rId18"/>
          <a:stretch/>
        </p:blipFill>
        <p:spPr>
          <a:xfrm>
            <a:off x="468360" y="5583240"/>
            <a:ext cx="3781080" cy="73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bg object 33"/>
          <p:cNvPicPr/>
          <p:nvPr/>
        </p:nvPicPr>
        <p:blipFill>
          <a:blip r:embed="rId19"/>
          <a:stretch/>
        </p:blipFill>
        <p:spPr>
          <a:xfrm>
            <a:off x="5086440" y="2668320"/>
            <a:ext cx="3062160" cy="10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bg object 34"/>
          <p:cNvPicPr/>
          <p:nvPr/>
        </p:nvPicPr>
        <p:blipFill>
          <a:blip r:embed="rId20"/>
          <a:stretch/>
        </p:blipFill>
        <p:spPr>
          <a:xfrm>
            <a:off x="5078520" y="2641320"/>
            <a:ext cx="308556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bg object 35"/>
          <p:cNvPicPr/>
          <p:nvPr/>
        </p:nvPicPr>
        <p:blipFill>
          <a:blip r:embed="rId21"/>
          <a:stretch/>
        </p:blipFill>
        <p:spPr>
          <a:xfrm>
            <a:off x="5086440" y="2668320"/>
            <a:ext cx="175680" cy="10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bg object 36"/>
          <p:cNvPicPr/>
          <p:nvPr/>
        </p:nvPicPr>
        <p:blipFill>
          <a:blip r:embed="rId22"/>
          <a:stretch/>
        </p:blipFill>
        <p:spPr>
          <a:xfrm>
            <a:off x="5143680" y="2706480"/>
            <a:ext cx="662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bg object 37"/>
          <p:cNvPicPr/>
          <p:nvPr/>
        </p:nvPicPr>
        <p:blipFill>
          <a:blip r:embed="rId23"/>
          <a:stretch/>
        </p:blipFill>
        <p:spPr>
          <a:xfrm>
            <a:off x="8229600" y="2668320"/>
            <a:ext cx="3519360" cy="10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bg object 38"/>
          <p:cNvPicPr/>
          <p:nvPr/>
        </p:nvPicPr>
        <p:blipFill>
          <a:blip r:embed="rId24"/>
          <a:stretch/>
        </p:blipFill>
        <p:spPr>
          <a:xfrm>
            <a:off x="8221680" y="2641320"/>
            <a:ext cx="354276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bg object 39"/>
          <p:cNvPicPr/>
          <p:nvPr/>
        </p:nvPicPr>
        <p:blipFill>
          <a:blip r:embed="rId25"/>
          <a:stretch/>
        </p:blipFill>
        <p:spPr>
          <a:xfrm>
            <a:off x="8229600" y="2668320"/>
            <a:ext cx="175680" cy="10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bg object 40"/>
          <p:cNvPicPr/>
          <p:nvPr/>
        </p:nvPicPr>
        <p:blipFill>
          <a:blip r:embed="rId26"/>
          <a:stretch/>
        </p:blipFill>
        <p:spPr>
          <a:xfrm>
            <a:off x="8286840" y="2706480"/>
            <a:ext cx="662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bg object 41"/>
          <p:cNvPicPr/>
          <p:nvPr/>
        </p:nvPicPr>
        <p:blipFill>
          <a:blip r:embed="rId27"/>
          <a:stretch/>
        </p:blipFill>
        <p:spPr>
          <a:xfrm>
            <a:off x="5086440" y="3782520"/>
            <a:ext cx="3062160" cy="10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bg object 42"/>
          <p:cNvPicPr/>
          <p:nvPr/>
        </p:nvPicPr>
        <p:blipFill>
          <a:blip r:embed="rId28"/>
          <a:stretch/>
        </p:blipFill>
        <p:spPr>
          <a:xfrm>
            <a:off x="5078520" y="3755880"/>
            <a:ext cx="308556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bg object 43"/>
          <p:cNvPicPr/>
          <p:nvPr/>
        </p:nvPicPr>
        <p:blipFill>
          <a:blip r:embed="rId29"/>
          <a:stretch/>
        </p:blipFill>
        <p:spPr>
          <a:xfrm>
            <a:off x="5086440" y="3782520"/>
            <a:ext cx="175680" cy="10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bg object 44"/>
          <p:cNvPicPr/>
          <p:nvPr/>
        </p:nvPicPr>
        <p:blipFill>
          <a:blip r:embed="rId30"/>
          <a:stretch/>
        </p:blipFill>
        <p:spPr>
          <a:xfrm>
            <a:off x="5143680" y="3820680"/>
            <a:ext cx="662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bg object 45"/>
          <p:cNvPicPr/>
          <p:nvPr/>
        </p:nvPicPr>
        <p:blipFill>
          <a:blip r:embed="rId31"/>
          <a:stretch/>
        </p:blipFill>
        <p:spPr>
          <a:xfrm>
            <a:off x="8229600" y="3782520"/>
            <a:ext cx="3519360" cy="10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bg object 46"/>
          <p:cNvPicPr/>
          <p:nvPr/>
        </p:nvPicPr>
        <p:blipFill>
          <a:blip r:embed="rId32"/>
          <a:stretch/>
        </p:blipFill>
        <p:spPr>
          <a:xfrm>
            <a:off x="8221680" y="3755880"/>
            <a:ext cx="3542760" cy="10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bg object 47"/>
          <p:cNvPicPr/>
          <p:nvPr/>
        </p:nvPicPr>
        <p:blipFill>
          <a:blip r:embed="rId33"/>
          <a:stretch/>
        </p:blipFill>
        <p:spPr>
          <a:xfrm>
            <a:off x="8229600" y="3782520"/>
            <a:ext cx="175680" cy="102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bg object 48"/>
          <p:cNvPicPr/>
          <p:nvPr/>
        </p:nvPicPr>
        <p:blipFill>
          <a:blip r:embed="rId34"/>
          <a:stretch/>
        </p:blipFill>
        <p:spPr>
          <a:xfrm>
            <a:off x="8286840" y="3820680"/>
            <a:ext cx="662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bg object 49"/>
          <p:cNvPicPr/>
          <p:nvPr/>
        </p:nvPicPr>
        <p:blipFill>
          <a:blip r:embed="rId35"/>
          <a:stretch/>
        </p:blipFill>
        <p:spPr>
          <a:xfrm>
            <a:off x="5086440" y="4916160"/>
            <a:ext cx="6660720" cy="13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bg object 50"/>
          <p:cNvPicPr/>
          <p:nvPr/>
        </p:nvPicPr>
        <p:blipFill>
          <a:blip r:embed="rId36"/>
          <a:stretch/>
        </p:blipFill>
        <p:spPr>
          <a:xfrm>
            <a:off x="5078520" y="4889160"/>
            <a:ext cx="6686280" cy="139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bg object 51"/>
          <p:cNvPicPr/>
          <p:nvPr/>
        </p:nvPicPr>
        <p:blipFill>
          <a:blip r:embed="rId37"/>
          <a:stretch/>
        </p:blipFill>
        <p:spPr>
          <a:xfrm>
            <a:off x="5086440" y="4916160"/>
            <a:ext cx="175680" cy="13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bg object 52"/>
          <p:cNvPicPr/>
          <p:nvPr/>
        </p:nvPicPr>
        <p:blipFill>
          <a:blip r:embed="rId38"/>
          <a:stretch/>
        </p:blipFill>
        <p:spPr>
          <a:xfrm>
            <a:off x="5143680" y="4954320"/>
            <a:ext cx="66240" cy="124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bg object 53"/>
          <p:cNvPicPr/>
          <p:nvPr/>
        </p:nvPicPr>
        <p:blipFill>
          <a:blip r:embed="rId39"/>
          <a:stretch/>
        </p:blipFill>
        <p:spPr>
          <a:xfrm>
            <a:off x="8172360" y="6078240"/>
            <a:ext cx="3366360" cy="40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bg object 54"/>
          <p:cNvPicPr/>
          <p:nvPr/>
        </p:nvPicPr>
        <p:blipFill>
          <a:blip r:embed="rId40"/>
          <a:stretch/>
        </p:blipFill>
        <p:spPr>
          <a:xfrm>
            <a:off x="8166240" y="6052680"/>
            <a:ext cx="3381120" cy="41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ftr" idx="13"/>
          </p:nvPr>
        </p:nvSpPr>
        <p:spPr>
          <a:xfrm>
            <a:off x="426240" y="6555240"/>
            <a:ext cx="3228120" cy="13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&lt;footer&gt;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5"/>
          </p:nvPr>
        </p:nvSpPr>
        <p:spPr>
          <a:xfrm>
            <a:off x="11455920" y="6562800"/>
            <a:ext cx="287280" cy="12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9F61AC9E-0EA0-438E-AF2E-E46DF0BB7208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image5.png"/><Relationship Id="rId6" Type="http://schemas.openxmlformats.org/officeDocument/2006/relationships/image" Target="../media/image40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image" Target="../media/image49.png"/><Relationship Id="rId25" Type="http://schemas.openxmlformats.org/officeDocument/2006/relationships/image" Target="../media/image53.png"/><Relationship Id="rId26" Type="http://schemas.openxmlformats.org/officeDocument/2006/relationships/image" Target="../media/image51.png"/><Relationship Id="rId27" Type="http://schemas.openxmlformats.org/officeDocument/2006/relationships/image" Target="../media/image54.png"/><Relationship Id="rId28" Type="http://schemas.openxmlformats.org/officeDocument/2006/relationships/image" Target="../media/image49.png"/><Relationship Id="rId29" Type="http://schemas.openxmlformats.org/officeDocument/2006/relationships/image" Target="../media/image50.png"/><Relationship Id="rId30" Type="http://schemas.openxmlformats.org/officeDocument/2006/relationships/image" Target="../media/image51.png"/><Relationship Id="rId31" Type="http://schemas.openxmlformats.org/officeDocument/2006/relationships/image" Target="../media/image52.png"/><Relationship Id="rId32" Type="http://schemas.openxmlformats.org/officeDocument/2006/relationships/image" Target="../media/image49.png"/><Relationship Id="rId33" Type="http://schemas.openxmlformats.org/officeDocument/2006/relationships/image" Target="../media/image50.png"/><Relationship Id="rId34" Type="http://schemas.openxmlformats.org/officeDocument/2006/relationships/image" Target="../media/image51.png"/><Relationship Id="rId35" Type="http://schemas.openxmlformats.org/officeDocument/2006/relationships/image" Target="../media/image52.png"/><Relationship Id="rId36" Type="http://schemas.openxmlformats.org/officeDocument/2006/relationships/image" Target="../media/image55.png"/><Relationship Id="rId37" Type="http://schemas.openxmlformats.org/officeDocument/2006/relationships/image" Target="../media/image56.png"/><Relationship Id="rId38" Type="http://schemas.openxmlformats.org/officeDocument/2006/relationships/image" Target="../media/image57.png"/><Relationship Id="rId39" Type="http://schemas.openxmlformats.org/officeDocument/2006/relationships/image" Target="../media/image58.png"/><Relationship Id="rId40" Type="http://schemas.openxmlformats.org/officeDocument/2006/relationships/image" Target="../media/image59.png"/><Relationship Id="rId41" Type="http://schemas.openxmlformats.org/officeDocument/2006/relationships/image" Target="../media/image60.png"/><Relationship Id="rId42" Type="http://schemas.openxmlformats.org/officeDocument/2006/relationships/image" Target="../media/image61.png"/><Relationship Id="rId43" Type="http://schemas.openxmlformats.org/officeDocument/2006/relationships/image" Target="../media/image62.png"/><Relationship Id="rId44" Type="http://schemas.openxmlformats.org/officeDocument/2006/relationships/image" Target="../media/image63.png"/><Relationship Id="rId45" Type="http://schemas.openxmlformats.org/officeDocument/2006/relationships/image" Target="../media/image64.png"/><Relationship Id="rId46" Type="http://schemas.openxmlformats.org/officeDocument/2006/relationships/image" Target="../media/image65.png"/><Relationship Id="rId47" Type="http://schemas.openxmlformats.org/officeDocument/2006/relationships/image" Target="../media/image66.png"/><Relationship Id="rId48" Type="http://schemas.openxmlformats.org/officeDocument/2006/relationships/image" Target="../media/image67.png"/><Relationship Id="rId49" Type="http://schemas.openxmlformats.org/officeDocument/2006/relationships/image" Target="../media/image68.png"/><Relationship Id="rId50" Type="http://schemas.openxmlformats.org/officeDocument/2006/relationships/image" Target="../media/image69.png"/><Relationship Id="rId51" Type="http://schemas.openxmlformats.org/officeDocument/2006/relationships/image" Target="../media/image70.png"/><Relationship Id="rId52" Type="http://schemas.openxmlformats.org/officeDocument/2006/relationships/image" Target="../media/image71.png"/><Relationship Id="rId53" Type="http://schemas.openxmlformats.org/officeDocument/2006/relationships/image" Target="../media/image72.png"/><Relationship Id="rId54" Type="http://schemas.openxmlformats.org/officeDocument/2006/relationships/image" Target="../media/image73.png"/><Relationship Id="rId55" Type="http://schemas.openxmlformats.org/officeDocument/2006/relationships/image" Target="../media/image74.png"/><Relationship Id="rId56" Type="http://schemas.openxmlformats.org/officeDocument/2006/relationships/image" Target="../media/image75.png"/><Relationship Id="rId57" Type="http://schemas.openxmlformats.org/officeDocument/2006/relationships/image" Target="../media/image76.png"/><Relationship Id="rId58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image5.png"/><Relationship Id="rId6" Type="http://schemas.openxmlformats.org/officeDocument/2006/relationships/image" Target="../media/image40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Relationship Id="rId21" Type="http://schemas.openxmlformats.org/officeDocument/2006/relationships/image" Target="../media/image86.png"/><Relationship Id="rId22" Type="http://schemas.openxmlformats.org/officeDocument/2006/relationships/image" Target="../media/image77.png"/><Relationship Id="rId23" Type="http://schemas.openxmlformats.org/officeDocument/2006/relationships/image" Target="../media/image87.png"/><Relationship Id="rId24" Type="http://schemas.openxmlformats.org/officeDocument/2006/relationships/image" Target="../media/image79.png"/><Relationship Id="rId25" Type="http://schemas.openxmlformats.org/officeDocument/2006/relationships/image" Target="../media/image88.png"/><Relationship Id="rId26" Type="http://schemas.openxmlformats.org/officeDocument/2006/relationships/image" Target="../media/image86.png"/><Relationship Id="rId27" Type="http://schemas.openxmlformats.org/officeDocument/2006/relationships/image" Target="../media/image89.png"/><Relationship Id="rId28" Type="http://schemas.openxmlformats.org/officeDocument/2006/relationships/image" Target="../media/image90.png"/><Relationship Id="rId29" Type="http://schemas.openxmlformats.org/officeDocument/2006/relationships/image" Target="../media/image84.png"/><Relationship Id="rId30" Type="http://schemas.openxmlformats.org/officeDocument/2006/relationships/image" Target="../media/image91.png"/><Relationship Id="rId31" Type="http://schemas.openxmlformats.org/officeDocument/2006/relationships/image" Target="../media/image92.png"/><Relationship Id="rId32" Type="http://schemas.openxmlformats.org/officeDocument/2006/relationships/image" Target="../media/image93.png"/><Relationship Id="rId33" Type="http://schemas.openxmlformats.org/officeDocument/2006/relationships/image" Target="../media/image94.png"/><Relationship Id="rId34" Type="http://schemas.openxmlformats.org/officeDocument/2006/relationships/image" Target="../media/image95.png"/><Relationship Id="rId35" Type="http://schemas.openxmlformats.org/officeDocument/2006/relationships/image" Target="../media/image92.png"/><Relationship Id="rId36" Type="http://schemas.openxmlformats.org/officeDocument/2006/relationships/image" Target="../media/image96.png"/><Relationship Id="rId37" Type="http://schemas.openxmlformats.org/officeDocument/2006/relationships/image" Target="../media/image97.png"/><Relationship Id="rId38" Type="http://schemas.openxmlformats.org/officeDocument/2006/relationships/image" Target="../media/image98.png"/><Relationship Id="rId39" Type="http://schemas.openxmlformats.org/officeDocument/2006/relationships/image" Target="../media/image99.png"/><Relationship Id="rId40" Type="http://schemas.openxmlformats.org/officeDocument/2006/relationships/image" Target="../media/image100.png"/><Relationship Id="rId41" Type="http://schemas.openxmlformats.org/officeDocument/2006/relationships/image" Target="../media/image97.png"/><Relationship Id="rId42" Type="http://schemas.openxmlformats.org/officeDocument/2006/relationships/image" Target="../media/image101.png"/><Relationship Id="rId43" Type="http://schemas.openxmlformats.org/officeDocument/2006/relationships/image" Target="../media/image102.png"/><Relationship Id="rId44" Type="http://schemas.openxmlformats.org/officeDocument/2006/relationships/image" Target="../media/image103.png"/><Relationship Id="rId45" Type="http://schemas.openxmlformats.org/officeDocument/2006/relationships/image" Target="../media/image104.png"/><Relationship Id="rId46" Type="http://schemas.openxmlformats.org/officeDocument/2006/relationships/image" Target="../media/image105.png"/><Relationship Id="rId47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image5.png"/><Relationship Id="rId6" Type="http://schemas.openxmlformats.org/officeDocument/2006/relationships/image" Target="../media/image40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image" Target="../media/image108.png"/><Relationship Id="rId15" Type="http://schemas.openxmlformats.org/officeDocument/2006/relationships/image" Target="../media/image109.png"/><Relationship Id="rId16" Type="http://schemas.openxmlformats.org/officeDocument/2006/relationships/image" Target="../media/image110.png"/><Relationship Id="rId17" Type="http://schemas.openxmlformats.org/officeDocument/2006/relationships/image" Target="../media/image111.png"/><Relationship Id="rId18" Type="http://schemas.openxmlformats.org/officeDocument/2006/relationships/image" Target="../media/image112.png"/><Relationship Id="rId19" Type="http://schemas.openxmlformats.org/officeDocument/2006/relationships/image" Target="../media/image113.png"/><Relationship Id="rId20" Type="http://schemas.openxmlformats.org/officeDocument/2006/relationships/image" Target="../media/image114.png"/><Relationship Id="rId21" Type="http://schemas.openxmlformats.org/officeDocument/2006/relationships/image" Target="../media/image115.png"/><Relationship Id="rId22" Type="http://schemas.openxmlformats.org/officeDocument/2006/relationships/image" Target="../media/image116.png"/><Relationship Id="rId23" Type="http://schemas.openxmlformats.org/officeDocument/2006/relationships/image" Target="../media/image113.png"/><Relationship Id="rId24" Type="http://schemas.openxmlformats.org/officeDocument/2006/relationships/image" Target="../media/image117.png"/><Relationship Id="rId25" Type="http://schemas.openxmlformats.org/officeDocument/2006/relationships/image" Target="../media/image118.png"/><Relationship Id="rId26" Type="http://schemas.openxmlformats.org/officeDocument/2006/relationships/image" Target="../media/image119.png"/><Relationship Id="rId27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0.png"/><Relationship Id="rId2" Type="http://schemas.openxmlformats.org/officeDocument/2006/relationships/image" Target="../media/image121.png"/><Relationship Id="rId3" Type="http://schemas.openxmlformats.org/officeDocument/2006/relationships/image" Target="../media/image120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27.png"/><Relationship Id="rId14" Type="http://schemas.openxmlformats.org/officeDocument/2006/relationships/image" Target="../media/image131.png"/><Relationship Id="rId15" Type="http://schemas.openxmlformats.org/officeDocument/2006/relationships/image" Target="../media/image129.png"/><Relationship Id="rId16" Type="http://schemas.openxmlformats.org/officeDocument/2006/relationships/image" Target="../media/image132.png"/><Relationship Id="rId17" Type="http://schemas.openxmlformats.org/officeDocument/2006/relationships/image" Target="../media/image133.png"/><Relationship Id="rId18" Type="http://schemas.openxmlformats.org/officeDocument/2006/relationships/image" Target="../media/image134.png"/><Relationship Id="rId19" Type="http://schemas.openxmlformats.org/officeDocument/2006/relationships/image" Target="../media/image129.png"/><Relationship Id="rId20" Type="http://schemas.openxmlformats.org/officeDocument/2006/relationships/image" Target="../media/image135.png"/><Relationship Id="rId21" Type="http://schemas.openxmlformats.org/officeDocument/2006/relationships/image" Target="../media/image136.png"/><Relationship Id="rId22" Type="http://schemas.openxmlformats.org/officeDocument/2006/relationships/image" Target="../media/image137.png"/><Relationship Id="rId2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8.png"/><Relationship Id="rId2" Type="http://schemas.openxmlformats.org/officeDocument/2006/relationships/image" Target="../media/image139.png"/><Relationship Id="rId3" Type="http://schemas.openxmlformats.org/officeDocument/2006/relationships/image" Target="../media/image138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Relationship Id="rId9" Type="http://schemas.openxmlformats.org/officeDocument/2006/relationships/image" Target="../media/image145.png"/><Relationship Id="rId10" Type="http://schemas.openxmlformats.org/officeDocument/2006/relationships/image" Target="../media/image146.png"/><Relationship Id="rId11" Type="http://schemas.openxmlformats.org/officeDocument/2006/relationships/image" Target="../media/image147.png"/><Relationship Id="rId12" Type="http://schemas.openxmlformats.org/officeDocument/2006/relationships/image" Target="../media/image148.png"/><Relationship Id="rId13" Type="http://schemas.openxmlformats.org/officeDocument/2006/relationships/image" Target="../media/image149.png"/><Relationship Id="rId14" Type="http://schemas.openxmlformats.org/officeDocument/2006/relationships/image" Target="../media/image150.png"/><Relationship Id="rId15" Type="http://schemas.openxmlformats.org/officeDocument/2006/relationships/image" Target="../media/image147.png"/><Relationship Id="rId16" Type="http://schemas.openxmlformats.org/officeDocument/2006/relationships/image" Target="../media/image151.png"/><Relationship Id="rId17" Type="http://schemas.openxmlformats.org/officeDocument/2006/relationships/image" Target="../media/image152.png"/><Relationship Id="rId18" Type="http://schemas.openxmlformats.org/officeDocument/2006/relationships/image" Target="../media/image153.png"/><Relationship Id="rId19" Type="http://schemas.openxmlformats.org/officeDocument/2006/relationships/image" Target="../media/image154.png"/><Relationship Id="rId20" Type="http://schemas.openxmlformats.org/officeDocument/2006/relationships/image" Target="../media/image155.png"/><Relationship Id="rId21" Type="http://schemas.openxmlformats.org/officeDocument/2006/relationships/image" Target="../media/image156.png"/><Relationship Id="rId22" Type="http://schemas.openxmlformats.org/officeDocument/2006/relationships/image" Target="../media/image157.png"/><Relationship Id="rId2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8.png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58.png"/><Relationship Id="rId7" Type="http://schemas.openxmlformats.org/officeDocument/2006/relationships/image" Target="../media/image163.png"/><Relationship Id="rId8" Type="http://schemas.openxmlformats.org/officeDocument/2006/relationships/image" Target="../media/image160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Relationship Id="rId12" Type="http://schemas.openxmlformats.org/officeDocument/2006/relationships/image" Target="../media/image167.png"/><Relationship Id="rId13" Type="http://schemas.openxmlformats.org/officeDocument/2006/relationships/image" Target="../media/image160.png"/><Relationship Id="rId14" Type="http://schemas.openxmlformats.org/officeDocument/2006/relationships/image" Target="../media/image168.png"/><Relationship Id="rId15" Type="http://schemas.openxmlformats.org/officeDocument/2006/relationships/image" Target="../media/image169.png"/><Relationship Id="rId16" Type="http://schemas.openxmlformats.org/officeDocument/2006/relationships/image" Target="../media/image170.png"/><Relationship Id="rId17" Type="http://schemas.openxmlformats.org/officeDocument/2006/relationships/image" Target="../media/image171.png"/><Relationship Id="rId18" Type="http://schemas.openxmlformats.org/officeDocument/2006/relationships/image" Target="../media/image172.png"/><Relationship Id="rId19" Type="http://schemas.openxmlformats.org/officeDocument/2006/relationships/image" Target="../media/image173.png"/><Relationship Id="rId20" Type="http://schemas.openxmlformats.org/officeDocument/2006/relationships/image" Target="../media/image174.png"/><Relationship Id="rId21" Type="http://schemas.openxmlformats.org/officeDocument/2006/relationships/image" Target="../media/image175.png"/><Relationship Id="rId22" Type="http://schemas.openxmlformats.org/officeDocument/2006/relationships/image" Target="../media/image176.png"/><Relationship Id="rId23" Type="http://schemas.openxmlformats.org/officeDocument/2006/relationships/image" Target="../media/image177.png"/><Relationship Id="rId24" Type="http://schemas.openxmlformats.org/officeDocument/2006/relationships/image" Target="../media/image178.png"/><Relationship Id="rId25" Type="http://schemas.openxmlformats.org/officeDocument/2006/relationships/image" Target="../media/image171.png"/><Relationship Id="rId26" Type="http://schemas.openxmlformats.org/officeDocument/2006/relationships/image" Target="../media/image179.png"/><Relationship Id="rId27" Type="http://schemas.openxmlformats.org/officeDocument/2006/relationships/image" Target="../media/image180.png"/><Relationship Id="rId28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1.png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Relationship Id="rId5" Type="http://schemas.openxmlformats.org/officeDocument/2006/relationships/image" Target="../media/image185.png"/><Relationship Id="rId6" Type="http://schemas.openxmlformats.org/officeDocument/2006/relationships/image" Target="../media/image186.png"/><Relationship Id="rId7" Type="http://schemas.openxmlformats.org/officeDocument/2006/relationships/image" Target="../media/image183.png"/><Relationship Id="rId8" Type="http://schemas.openxmlformats.org/officeDocument/2006/relationships/image" Target="../media/image187.png"/><Relationship Id="rId9" Type="http://schemas.openxmlformats.org/officeDocument/2006/relationships/image" Target="../media/image181.png"/><Relationship Id="rId10" Type="http://schemas.openxmlformats.org/officeDocument/2006/relationships/image" Target="../media/image188.png"/><Relationship Id="rId11" Type="http://schemas.openxmlformats.org/officeDocument/2006/relationships/image" Target="../media/image183.png"/><Relationship Id="rId12" Type="http://schemas.openxmlformats.org/officeDocument/2006/relationships/image" Target="../media/image189.png"/><Relationship Id="rId13" Type="http://schemas.openxmlformats.org/officeDocument/2006/relationships/image" Target="../media/image181.png"/><Relationship Id="rId14" Type="http://schemas.openxmlformats.org/officeDocument/2006/relationships/image" Target="../media/image190.png"/><Relationship Id="rId15" Type="http://schemas.openxmlformats.org/officeDocument/2006/relationships/image" Target="../media/image183.png"/><Relationship Id="rId16" Type="http://schemas.openxmlformats.org/officeDocument/2006/relationships/image" Target="../media/image191.png"/><Relationship Id="rId17" Type="http://schemas.openxmlformats.org/officeDocument/2006/relationships/image" Target="../media/image192.png"/><Relationship Id="rId18" Type="http://schemas.openxmlformats.org/officeDocument/2006/relationships/image" Target="../media/image193.png"/><Relationship Id="rId19" Type="http://schemas.openxmlformats.org/officeDocument/2006/relationships/image" Target="../media/image194.png"/><Relationship Id="rId20" Type="http://schemas.openxmlformats.org/officeDocument/2006/relationships/image" Target="../media/image195.png"/><Relationship Id="rId21" Type="http://schemas.openxmlformats.org/officeDocument/2006/relationships/image" Target="../media/image196.png"/><Relationship Id="rId22" Type="http://schemas.openxmlformats.org/officeDocument/2006/relationships/image" Target="../media/image197.png"/><Relationship Id="rId23" Type="http://schemas.openxmlformats.org/officeDocument/2006/relationships/image" Target="../media/image194.png"/><Relationship Id="rId24" Type="http://schemas.openxmlformats.org/officeDocument/2006/relationships/image" Target="../media/image198.png"/><Relationship Id="rId25" Type="http://schemas.openxmlformats.org/officeDocument/2006/relationships/image" Target="../media/image196.png"/><Relationship Id="rId26" Type="http://schemas.openxmlformats.org/officeDocument/2006/relationships/image" Target="../media/image199.png"/><Relationship Id="rId27" Type="http://schemas.openxmlformats.org/officeDocument/2006/relationships/image" Target="../media/image194.png"/><Relationship Id="rId28" Type="http://schemas.openxmlformats.org/officeDocument/2006/relationships/image" Target="../media/image200.png"/><Relationship Id="rId29" Type="http://schemas.openxmlformats.org/officeDocument/2006/relationships/image" Target="../media/image201.png"/><Relationship Id="rId30" Type="http://schemas.openxmlformats.org/officeDocument/2006/relationships/image" Target="../media/image202.png"/><Relationship Id="rId3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7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8.png"/><Relationship Id="rId12" Type="http://schemas.openxmlformats.org/officeDocument/2006/relationships/image" Target="../media/image203.png"/><Relationship Id="rId13" Type="http://schemas.openxmlformats.org/officeDocument/2006/relationships/image" Target="../media/image204.png"/><Relationship Id="rId14" Type="http://schemas.openxmlformats.org/officeDocument/2006/relationships/image" Target="../media/image205.png"/><Relationship Id="rId15" Type="http://schemas.openxmlformats.org/officeDocument/2006/relationships/image" Target="../media/image206.png"/><Relationship Id="rId16" Type="http://schemas.openxmlformats.org/officeDocument/2006/relationships/image" Target="../media/image207.png"/><Relationship Id="rId17" Type="http://schemas.openxmlformats.org/officeDocument/2006/relationships/image" Target="../media/image208.png"/><Relationship Id="rId18" Type="http://schemas.openxmlformats.org/officeDocument/2006/relationships/image" Target="../media/image209.png"/><Relationship Id="rId19" Type="http://schemas.openxmlformats.org/officeDocument/2006/relationships/image" Target="../media/image210.png"/><Relationship Id="rId20" Type="http://schemas.openxmlformats.org/officeDocument/2006/relationships/image" Target="../media/image211.png"/><Relationship Id="rId21" Type="http://schemas.openxmlformats.org/officeDocument/2006/relationships/image" Target="../media/image212.png"/><Relationship Id="rId22" Type="http://schemas.openxmlformats.org/officeDocument/2006/relationships/image" Target="../media/image209.png"/><Relationship Id="rId23" Type="http://schemas.openxmlformats.org/officeDocument/2006/relationships/image" Target="../media/image213.png"/><Relationship Id="rId24" Type="http://schemas.openxmlformats.org/officeDocument/2006/relationships/image" Target="../media/image214.png"/><Relationship Id="rId25" Type="http://schemas.openxmlformats.org/officeDocument/2006/relationships/image" Target="../media/image215.png"/><Relationship Id="rId26" Type="http://schemas.openxmlformats.org/officeDocument/2006/relationships/image" Target="../media/image216.png"/><Relationship Id="rId27" Type="http://schemas.openxmlformats.org/officeDocument/2006/relationships/image" Target="../media/image217.png"/><Relationship Id="rId28" Type="http://schemas.openxmlformats.org/officeDocument/2006/relationships/image" Target="../media/image218.png"/><Relationship Id="rId29" Type="http://schemas.openxmlformats.org/officeDocument/2006/relationships/image" Target="../media/image219.png"/><Relationship Id="rId30" Type="http://schemas.openxmlformats.org/officeDocument/2006/relationships/image" Target="../media/image216.png"/><Relationship Id="rId31" Type="http://schemas.openxmlformats.org/officeDocument/2006/relationships/image" Target="../media/image220.png"/><Relationship Id="rId32" Type="http://schemas.openxmlformats.org/officeDocument/2006/relationships/image" Target="../media/image221.png"/><Relationship Id="rId33" Type="http://schemas.openxmlformats.org/officeDocument/2006/relationships/image" Target="../media/image222.png"/><Relationship Id="rId34" Type="http://schemas.openxmlformats.org/officeDocument/2006/relationships/image" Target="../media/image209.png"/><Relationship Id="rId35" Type="http://schemas.openxmlformats.org/officeDocument/2006/relationships/image" Target="../media/image223.png"/><Relationship Id="rId36" Type="http://schemas.openxmlformats.org/officeDocument/2006/relationships/image" Target="../media/image224.png"/><Relationship Id="rId37" Type="http://schemas.openxmlformats.org/officeDocument/2006/relationships/image" Target="../media/image225.png"/><Relationship Id="rId38" Type="http://schemas.openxmlformats.org/officeDocument/2006/relationships/image" Target="../media/image209.png"/><Relationship Id="rId39" Type="http://schemas.openxmlformats.org/officeDocument/2006/relationships/image" Target="../media/image226.png"/><Relationship Id="rId40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7.png"/><Relationship Id="rId3" Type="http://schemas.openxmlformats.org/officeDocument/2006/relationships/image" Target="../media/image3.png"/><Relationship Id="rId4" Type="http://schemas.openxmlformats.org/officeDocument/2006/relationships/image" Target="../media/image22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image" Target="../media/image229.png"/><Relationship Id="rId11" Type="http://schemas.openxmlformats.org/officeDocument/2006/relationships/image" Target="../media/image8.png"/><Relationship Id="rId12" Type="http://schemas.openxmlformats.org/officeDocument/2006/relationships/image" Target="../media/image230.png"/><Relationship Id="rId13" Type="http://schemas.openxmlformats.org/officeDocument/2006/relationships/image" Target="../media/image231.png"/><Relationship Id="rId14" Type="http://schemas.openxmlformats.org/officeDocument/2006/relationships/image" Target="../media/image232.png"/><Relationship Id="rId15" Type="http://schemas.openxmlformats.org/officeDocument/2006/relationships/image" Target="../media/image233.png"/><Relationship Id="rId16" Type="http://schemas.openxmlformats.org/officeDocument/2006/relationships/image" Target="../media/image234.png"/><Relationship Id="rId17" Type="http://schemas.openxmlformats.org/officeDocument/2006/relationships/image" Target="../media/image233.png"/><Relationship Id="rId18" Type="http://schemas.openxmlformats.org/officeDocument/2006/relationships/image" Target="../media/image235.png"/><Relationship Id="rId19" Type="http://schemas.openxmlformats.org/officeDocument/2006/relationships/image" Target="../media/image236.png"/><Relationship Id="rId20" Type="http://schemas.openxmlformats.org/officeDocument/2006/relationships/image" Target="../media/image233.png"/><Relationship Id="rId21" Type="http://schemas.openxmlformats.org/officeDocument/2006/relationships/image" Target="../media/image237.png"/><Relationship Id="rId22" Type="http://schemas.openxmlformats.org/officeDocument/2006/relationships/image" Target="../media/image238.png"/><Relationship Id="rId23" Type="http://schemas.openxmlformats.org/officeDocument/2006/relationships/image" Target="../media/image239.png"/><Relationship Id="rId24" Type="http://schemas.openxmlformats.org/officeDocument/2006/relationships/image" Target="../media/image240.png"/><Relationship Id="rId25" Type="http://schemas.openxmlformats.org/officeDocument/2006/relationships/image" Target="../media/image241.png"/><Relationship Id="rId26" Type="http://schemas.openxmlformats.org/officeDocument/2006/relationships/image" Target="../media/image242.png"/><Relationship Id="rId27" Type="http://schemas.openxmlformats.org/officeDocument/2006/relationships/image" Target="../media/image241.png"/><Relationship Id="rId28" Type="http://schemas.openxmlformats.org/officeDocument/2006/relationships/image" Target="../media/image243.png"/><Relationship Id="rId29" Type="http://schemas.openxmlformats.org/officeDocument/2006/relationships/image" Target="../media/image241.png"/><Relationship Id="rId30" Type="http://schemas.openxmlformats.org/officeDocument/2006/relationships/image" Target="../media/image244.png"/><Relationship Id="rId31" Type="http://schemas.openxmlformats.org/officeDocument/2006/relationships/image" Target="../media/image241.png"/><Relationship Id="rId32" Type="http://schemas.openxmlformats.org/officeDocument/2006/relationships/image" Target="../media/image245.png"/><Relationship Id="rId33" Type="http://schemas.openxmlformats.org/officeDocument/2006/relationships/image" Target="../media/image241.png"/><Relationship Id="rId34" Type="http://schemas.openxmlformats.org/officeDocument/2006/relationships/image" Target="../media/image246.png"/><Relationship Id="rId35" Type="http://schemas.openxmlformats.org/officeDocument/2006/relationships/image" Target="../media/image247.png"/><Relationship Id="rId36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object 2"/>
          <p:cNvSpPr/>
          <p:nvPr/>
        </p:nvSpPr>
        <p:spPr>
          <a:xfrm>
            <a:off x="1020600" y="562320"/>
            <a:ext cx="22640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SoI</a:t>
            </a:r>
            <a:r>
              <a:rPr lang="en-IN" sz="1050" b="1" u="none" spc="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INNOVATION</a:t>
            </a:r>
            <a:r>
              <a:rPr lang="en-IN" sz="1050" b="1" u="none" spc="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PROJECTS</a:t>
            </a:r>
            <a:r>
              <a:rPr lang="en-IN" sz="1050" b="1" u="none" spc="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|</a:t>
            </a:r>
            <a:r>
              <a:rPr lang="en-IN" sz="1050" b="1" u="none" spc="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AY2026-</a:t>
            </a:r>
            <a:r>
              <a:rPr lang="en-IN" sz="10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27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bject 3"/>
          <p:cNvSpPr/>
          <p:nvPr/>
        </p:nvSpPr>
        <p:spPr>
          <a:xfrm>
            <a:off x="518040" y="998640"/>
            <a:ext cx="3556800" cy="19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33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PHASE</a:t>
            </a:r>
            <a:r>
              <a:rPr lang="en-IN" sz="3350" b="1" u="none" spc="65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3350" b="1" u="none" spc="-51" strike="noStrike">
                <a:solidFill>
                  <a:srgbClr val="008B94"/>
                </a:solidFill>
                <a:effectLst/>
                <a:uFillTx/>
                <a:latin typeface="Calibri"/>
              </a:rPr>
              <a:t>1</a:t>
            </a:r>
            <a:endParaRPr lang="en-IN" sz="3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3000"/>
              </a:lnSpc>
              <a:spcBef>
                <a:spcPts val="60"/>
              </a:spcBef>
            </a:pPr>
            <a:r>
              <a:rPr lang="en-IN" sz="2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Customer</a:t>
            </a:r>
            <a:r>
              <a:rPr lang="en-IN" sz="2900" b="1" u="none" spc="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29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</a:t>
            </a:r>
            <a:r>
              <a:rPr lang="en-IN" sz="2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</a:t>
            </a:r>
            <a:r>
              <a:rPr lang="en-IN" sz="2900" b="1" u="none" spc="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2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Validation</a:t>
            </a:r>
            <a:endParaRPr lang="en-IN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4000"/>
              </a:lnSpc>
              <a:spcBef>
                <a:spcPts val="184"/>
              </a:spcBef>
            </a:pP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Prove</a:t>
            </a:r>
            <a:r>
              <a:rPr lang="en-IN" sz="1550" b="0" u="none" spc="45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the</a:t>
            </a:r>
            <a:r>
              <a:rPr lang="en-IN" sz="1550" b="0" u="none" spc="51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right</a:t>
            </a:r>
            <a:r>
              <a:rPr lang="en-IN" sz="1550" b="0" u="none" spc="54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customer</a:t>
            </a:r>
            <a:r>
              <a:rPr lang="en-IN" sz="1550" b="0" u="none" spc="54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and</a:t>
            </a:r>
            <a:r>
              <a:rPr lang="en-IN" sz="1550" b="0" u="none" spc="51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a</a:t>
            </a:r>
            <a:r>
              <a:rPr lang="en-IN" sz="1550" b="0" u="none" spc="51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pc="-11" strike="noStrike">
                <a:solidFill>
                  <a:srgbClr val="DDE8F0"/>
                </a:solidFill>
                <a:effectLst/>
                <a:uFillTx/>
                <a:latin typeface="Calibri"/>
              </a:rPr>
              <a:t>significant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pain</a:t>
            </a:r>
            <a:r>
              <a:rPr lang="en-IN" sz="1550" b="0" u="none" spc="51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point</a:t>
            </a:r>
            <a:r>
              <a:rPr lang="en-IN" sz="1550" b="0" u="none" spc="60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before</a:t>
            </a:r>
            <a:r>
              <a:rPr lang="en-IN" sz="1550" b="0" u="none" spc="54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committing</a:t>
            </a:r>
            <a:r>
              <a:rPr lang="en-IN" sz="1550" b="0" u="none" spc="54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to</a:t>
            </a:r>
            <a:r>
              <a:rPr lang="en-IN" sz="1550" b="0" u="none" spc="54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trike="noStrike">
                <a:solidFill>
                  <a:srgbClr val="DDE8F0"/>
                </a:solidFill>
                <a:effectLst/>
                <a:uFillTx/>
                <a:latin typeface="Calibri"/>
              </a:rPr>
              <a:t>a</a:t>
            </a:r>
            <a:r>
              <a:rPr lang="en-IN" sz="1550" b="0" u="none" spc="54" strike="noStrike">
                <a:solidFill>
                  <a:srgbClr val="DDE8F0"/>
                </a:solidFill>
                <a:effectLst/>
                <a:uFillTx/>
                <a:latin typeface="Calibri"/>
              </a:rPr>
              <a:t> </a:t>
            </a:r>
            <a:r>
              <a:rPr lang="en-IN" sz="1550" b="0" u="none" spc="-11" strike="noStrike">
                <a:solidFill>
                  <a:srgbClr val="DDE8F0"/>
                </a:solidFill>
                <a:effectLst/>
                <a:uFillTx/>
                <a:latin typeface="Calibri"/>
              </a:rPr>
              <a:t>solution.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799560" y="4744080"/>
            <a:ext cx="117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object 5"/>
          <p:cNvSpPr/>
          <p:nvPr/>
        </p:nvSpPr>
        <p:spPr>
          <a:xfrm>
            <a:off x="584280" y="5125320"/>
            <a:ext cx="5475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9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DISCOVER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bject 6"/>
          <p:cNvSpPr/>
          <p:nvPr/>
        </p:nvSpPr>
        <p:spPr>
          <a:xfrm>
            <a:off x="2053440" y="4758840"/>
            <a:ext cx="117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bject 7"/>
          <p:cNvSpPr/>
          <p:nvPr/>
        </p:nvSpPr>
        <p:spPr>
          <a:xfrm>
            <a:off x="1845000" y="5140080"/>
            <a:ext cx="5335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9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bject 8"/>
          <p:cNvSpPr/>
          <p:nvPr/>
        </p:nvSpPr>
        <p:spPr>
          <a:xfrm>
            <a:off x="3313080" y="4758840"/>
            <a:ext cx="1170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4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bject 9"/>
          <p:cNvSpPr/>
          <p:nvPr/>
        </p:nvSpPr>
        <p:spPr>
          <a:xfrm>
            <a:off x="3171240" y="5140080"/>
            <a:ext cx="4010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9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DECIDE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bject 10"/>
          <p:cNvSpPr/>
          <p:nvPr/>
        </p:nvSpPr>
        <p:spPr>
          <a:xfrm>
            <a:off x="5130000" y="2086560"/>
            <a:ext cx="57337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Delayed</a:t>
            </a:r>
            <a:r>
              <a:rPr lang="en-IN" sz="1400" b="0" i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1400" b="0" i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1400" b="0" i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road,</a:t>
            </a:r>
            <a:r>
              <a:rPr lang="en-IN" sz="1400" b="0" i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traffic,</a:t>
            </a:r>
            <a:r>
              <a:rPr lang="en-IN" sz="1400" b="0" i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400" b="0" i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infrastructure</a:t>
            </a:r>
            <a:r>
              <a:rPr lang="en-IN" sz="1400" b="0" i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problems</a:t>
            </a:r>
            <a:r>
              <a:rPr lang="en-IN" sz="1400" b="0" i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1400" b="0" i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urban</a:t>
            </a:r>
            <a:r>
              <a:rPr lang="en-IN" sz="1400" b="0" i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400" b="0" i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areas.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bject 11"/>
          <p:cNvSpPr/>
          <p:nvPr/>
        </p:nvSpPr>
        <p:spPr>
          <a:xfrm>
            <a:off x="5331600" y="3188160"/>
            <a:ext cx="21060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P-2025-29-CD-009-AY26-27</a:t>
            </a:r>
            <a:r>
              <a:rPr lang="en-IN" sz="950" b="0" u="none" spc="22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|</a:t>
            </a:r>
            <a:r>
              <a:rPr lang="en-IN" sz="950" b="0" u="none" spc="2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INNOVEXA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object 12"/>
          <p:cNvSpPr/>
          <p:nvPr/>
        </p:nvSpPr>
        <p:spPr>
          <a:xfrm>
            <a:off x="5359320" y="5150520"/>
            <a:ext cx="210672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FOR</a:t>
            </a:r>
            <a:r>
              <a:rPr lang="en-IN" sz="1100" b="1" u="none" spc="15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CONTINUING</a:t>
            </a:r>
            <a:r>
              <a:rPr lang="en-IN" sz="1100" b="1" u="none" spc="159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PROJECTS</a:t>
            </a:r>
            <a:r>
              <a:rPr lang="en-IN" sz="1100" b="1" u="none" spc="15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ONLY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bject 13"/>
          <p:cNvSpPr/>
          <p:nvPr/>
        </p:nvSpPr>
        <p:spPr>
          <a:xfrm>
            <a:off x="888840" y="5737320"/>
            <a:ext cx="28990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Rule:</a:t>
            </a:r>
            <a:r>
              <a:rPr lang="en-IN" sz="1100" b="1" u="none" spc="6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fixed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app,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model,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device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</a:t>
            </a:r>
            <a:r>
              <a:rPr lang="en-IN" sz="1100" b="1" u="none" spc="6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platform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pitch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1.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object 14"/>
          <p:cNvSpPr/>
          <p:nvPr/>
        </p:nvSpPr>
        <p:spPr>
          <a:xfrm>
            <a:off x="5359320" y="4014360"/>
            <a:ext cx="56232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MENTOR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object 15"/>
          <p:cNvSpPr/>
          <p:nvPr/>
        </p:nvSpPr>
        <p:spPr>
          <a:xfrm>
            <a:off x="5359320" y="2897280"/>
            <a:ext cx="14558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TEAM</a:t>
            </a:r>
            <a:r>
              <a:rPr lang="en-IN" sz="1100" b="1" u="none" spc="79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ID</a:t>
            </a:r>
            <a:r>
              <a:rPr lang="en-IN" sz="1100" b="1" u="none" spc="8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100" b="1" u="none" spc="8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TEAM</a:t>
            </a:r>
            <a:r>
              <a:rPr lang="en-IN" sz="1100" b="1" u="none" spc="8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NAME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bject 16"/>
          <p:cNvSpPr/>
          <p:nvPr/>
        </p:nvSpPr>
        <p:spPr>
          <a:xfrm>
            <a:off x="8460000" y="4014360"/>
            <a:ext cx="6865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PATHWAY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object 17"/>
          <p:cNvSpPr/>
          <p:nvPr/>
        </p:nvSpPr>
        <p:spPr>
          <a:xfrm>
            <a:off x="8506800" y="2897280"/>
            <a:ext cx="115416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BATCH</a:t>
            </a:r>
            <a:r>
              <a:rPr lang="en-IN" sz="1100" b="1" u="none" spc="9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100" b="1" u="none" spc="9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object 18"/>
          <p:cNvSpPr/>
          <p:nvPr/>
        </p:nvSpPr>
        <p:spPr>
          <a:xfrm>
            <a:off x="5065920" y="77760"/>
            <a:ext cx="482112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PROJECT</a:t>
            </a:r>
            <a:r>
              <a:rPr lang="en-IN" sz="17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SNAPSHOT</a:t>
            </a:r>
            <a:r>
              <a:rPr lang="en-IN" sz="17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:</a:t>
            </a:r>
            <a:r>
              <a:rPr lang="en-IN" sz="1700" b="1" u="none" spc="-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PROBLEM</a:t>
            </a:r>
            <a:r>
              <a:rPr lang="en-IN" sz="17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STATEMENT</a:t>
            </a:r>
            <a:r>
              <a:rPr lang="en-IN" sz="17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ID:</a:t>
            </a:r>
            <a:r>
              <a:rPr lang="en-IN" sz="1700" b="1" u="none" spc="-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26124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19"/>
          <p:cNvSpPr/>
          <p:nvPr/>
        </p:nvSpPr>
        <p:spPr>
          <a:xfrm>
            <a:off x="8479440" y="3175200"/>
            <a:ext cx="9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2025-29</a:t>
            </a:r>
            <a:r>
              <a:rPr lang="en-IN" sz="12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|</a:t>
            </a:r>
            <a:r>
              <a:rPr lang="en-IN" sz="12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</a:t>
            </a:r>
            <a:r>
              <a:rPr lang="en-IN" sz="12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20"/>
          <p:cNvSpPr/>
          <p:nvPr/>
        </p:nvSpPr>
        <p:spPr>
          <a:xfrm>
            <a:off x="5331600" y="4301640"/>
            <a:ext cx="1253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Naveen_kumar_S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21"/>
          <p:cNvSpPr/>
          <p:nvPr/>
        </p:nvSpPr>
        <p:spPr>
          <a:xfrm>
            <a:off x="5331600" y="5422320"/>
            <a:ext cx="279288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9160" rIns="0" bIns="0" anchor="t">
            <a:spAutoFit/>
          </a:bodyPr>
          <a:p>
            <a:pPr marL="12600">
              <a:lnSpc>
                <a:spcPts val="1429"/>
              </a:lnSpc>
              <a:spcBef>
                <a:spcPts val="230"/>
              </a:spcBef>
            </a:pP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[Previous</a:t>
            </a:r>
            <a:r>
              <a:rPr lang="en-IN" sz="12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project</a:t>
            </a:r>
            <a:r>
              <a:rPr lang="en-IN" sz="12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title]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[Unresolved</a:t>
            </a:r>
            <a:r>
              <a:rPr lang="en-IN" sz="1250" b="0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customer</a:t>
            </a:r>
            <a:r>
              <a:rPr lang="en-IN" sz="1250" b="0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gap]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386"/>
              </a:lnSpc>
            </a:pP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[Material</a:t>
            </a:r>
            <a:r>
              <a:rPr lang="en-IN" sz="12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advancement</a:t>
            </a:r>
            <a:r>
              <a:rPr lang="en-IN" sz="12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planned</a:t>
            </a:r>
            <a:r>
              <a:rPr lang="en-IN" sz="12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this</a:t>
            </a:r>
            <a:r>
              <a:rPr lang="en-IN" sz="12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year]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22"/>
          <p:cNvSpPr/>
          <p:nvPr/>
        </p:nvSpPr>
        <p:spPr>
          <a:xfrm>
            <a:off x="8921160" y="4198320"/>
            <a:ext cx="205884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86120" indent="-173520">
              <a:lnSpc>
                <a:spcPct val="100000"/>
              </a:lnSpc>
              <a:spcBef>
                <a:spcPts val="125"/>
              </a:spcBef>
              <a:buClr>
                <a:srgbClr val="4E5B61"/>
              </a:buClr>
              <a:buFont typeface="Kepler Std Light Cn Disp"/>
              <a:buChar char="☐"/>
              <a:tabLst>
                <a:tab pos="186120" algn="l"/>
              </a:tabLst>
            </a:pPr>
            <a:r>
              <a:rPr lang="en-IN" sz="1868" b="0" u="none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New</a:t>
            </a:r>
            <a:r>
              <a:rPr lang="en-IN" sz="1868" b="0" u="none" spc="37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868" b="0" u="none" spc="-14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project</a:t>
            </a:r>
            <a:endParaRPr lang="en-IN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6120" indent="-173520">
              <a:lnSpc>
                <a:spcPct val="100000"/>
              </a:lnSpc>
              <a:buClr>
                <a:srgbClr val="4E5B61"/>
              </a:buClr>
              <a:buFont typeface="Kepler Std Light Cn Disp"/>
              <a:buChar char="☐"/>
              <a:tabLst>
                <a:tab pos="186120" algn="l"/>
              </a:tabLst>
            </a:pPr>
            <a:r>
              <a:rPr lang="en-IN" sz="1868" b="0" u="none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Continue</a:t>
            </a:r>
            <a:r>
              <a:rPr lang="en-IN" sz="1868" b="0" u="none" spc="31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868" b="0" u="none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AY2025-26</a:t>
            </a:r>
            <a:r>
              <a:rPr lang="en-IN" sz="1868" b="0" u="none" spc="37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868" b="0" u="none" spc="-14" strike="noStrike" baseline="4000">
                <a:solidFill>
                  <a:srgbClr val="4E5B61"/>
                </a:solidFill>
                <a:effectLst/>
                <a:uFillTx/>
                <a:latin typeface="Calibri"/>
              </a:rPr>
              <a:t>project</a:t>
            </a:r>
            <a:endParaRPr lang="en-IN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object 23"/>
          <p:cNvSpPr/>
          <p:nvPr/>
        </p:nvSpPr>
        <p:spPr>
          <a:xfrm>
            <a:off x="6842880" y="6167520"/>
            <a:ext cx="48484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2017440">
              <a:lnSpc>
                <a:spcPct val="100000"/>
              </a:lnSpc>
              <a:spcBef>
                <a:spcPts val="125"/>
              </a:spcBef>
            </a:pPr>
            <a:r>
              <a:rPr lang="en-IN" sz="800" b="1" u="none" spc="65" strike="noStrike">
                <a:solidFill>
                  <a:srgbClr val="006E73"/>
                </a:solidFill>
                <a:effectLst/>
                <a:uFillTx/>
                <a:latin typeface="Calibri"/>
              </a:rPr>
              <a:t>STUDENT</a:t>
            </a:r>
            <a:r>
              <a:rPr lang="en-IN" sz="800" b="1" u="none" spc="85" strike="noStrike">
                <a:solidFill>
                  <a:srgbClr val="006E73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006E73"/>
                </a:solidFill>
                <a:effectLst/>
                <a:uFillTx/>
                <a:latin typeface="Calibri"/>
              </a:rPr>
              <a:t>TEAM</a:t>
            </a:r>
            <a:r>
              <a:rPr lang="en-IN" sz="800" b="1" u="none" spc="91" strike="noStrike">
                <a:solidFill>
                  <a:srgbClr val="006E73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71" strike="noStrike">
                <a:solidFill>
                  <a:srgbClr val="006E73"/>
                </a:solidFill>
                <a:effectLst/>
                <a:uFillTx/>
                <a:latin typeface="Calibri"/>
              </a:rPr>
              <a:t>SUBMISSION</a:t>
            </a:r>
            <a:r>
              <a:rPr lang="en-IN" sz="800" b="1" u="none" spc="91" strike="noStrike">
                <a:solidFill>
                  <a:srgbClr val="006E73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006E73"/>
                </a:solidFill>
                <a:effectLst/>
                <a:uFillTx/>
                <a:latin typeface="Calibri"/>
              </a:rPr>
              <a:t>-10</a:t>
            </a:r>
            <a:r>
              <a:rPr lang="en-IN" sz="800" b="1" u="none" spc="91" strike="noStrike">
                <a:solidFill>
                  <a:srgbClr val="006E73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79" strike="noStrike">
                <a:solidFill>
                  <a:srgbClr val="006E73"/>
                </a:solidFill>
                <a:effectLst/>
                <a:uFillTx/>
                <a:latin typeface="Calibri"/>
              </a:rPr>
              <a:t>SLIDES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6"/>
              </a:spcBef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10-slide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student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submission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800" b="0" u="none" spc="65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Official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review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is</a:t>
            </a:r>
            <a:r>
              <a:rPr lang="en-IN" sz="800" b="0" u="none" spc="65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recorded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Assessment</a:t>
            </a:r>
            <a:r>
              <a:rPr lang="en-IN" sz="800" b="0" u="none" spc="6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Workbook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bject 24"/>
          <p:cNvSpPr/>
          <p:nvPr/>
        </p:nvSpPr>
        <p:spPr>
          <a:xfrm>
            <a:off x="5050080" y="337320"/>
            <a:ext cx="58676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28080">
              <a:lnSpc>
                <a:spcPct val="113000"/>
              </a:lnSpc>
              <a:spcBef>
                <a:spcPts val="96"/>
              </a:spcBef>
            </a:pPr>
            <a:r>
              <a:rPr lang="en-IN" sz="17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ORGANIZATION </a:t>
            </a:r>
            <a:r>
              <a:rPr lang="en-IN" sz="17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:</a:t>
            </a:r>
            <a:r>
              <a:rPr lang="en-IN" sz="17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BHARAT</a:t>
            </a:r>
            <a:r>
              <a:rPr lang="en-IN" sz="17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ELECTRONICS </a:t>
            </a: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LIMITED</a:t>
            </a:r>
            <a:r>
              <a:rPr lang="en-IN" sz="17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(BEL) </a:t>
            </a:r>
            <a:r>
              <a:rPr lang="en-IN" sz="17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CATEGORY</a:t>
            </a:r>
            <a:r>
              <a:rPr lang="en-IN" sz="1700" b="1" u="none" spc="-5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:</a:t>
            </a:r>
            <a:r>
              <a:rPr lang="en-IN" sz="1700" b="1" u="none" spc="-5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SOFTWARE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080">
              <a:lnSpc>
                <a:spcPct val="100000"/>
              </a:lnSpc>
              <a:spcBef>
                <a:spcPts val="286"/>
              </a:spcBef>
            </a:pP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THEME</a:t>
            </a:r>
            <a:r>
              <a:rPr lang="en-IN" sz="1700" b="1" u="none" spc="-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:</a:t>
            </a:r>
            <a:r>
              <a:rPr lang="en-IN" sz="1700" b="1" u="none" spc="-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SMART</a:t>
            </a:r>
            <a:r>
              <a:rPr lang="en-IN" sz="1700" b="1" u="none" spc="-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7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AUTOMATION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4000"/>
              </a:lnSpc>
              <a:spcBef>
                <a:spcPts val="374"/>
              </a:spcBef>
            </a:pPr>
            <a:r>
              <a:rPr lang="en-IN" sz="18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URBANEYE</a:t>
            </a:r>
            <a:r>
              <a:rPr lang="en-IN" sz="1850" b="1" u="none" spc="-45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18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AI</a:t>
            </a:r>
            <a:r>
              <a:rPr lang="en-IN" sz="1850" b="1" u="none" spc="-40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18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–</a:t>
            </a:r>
            <a:r>
              <a:rPr lang="en-IN" sz="1850" b="1" u="none" spc="-40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1850" b="1" u="none" spc="-11" strike="noStrike">
                <a:solidFill>
                  <a:srgbClr val="008B94"/>
                </a:solidFill>
                <a:effectLst/>
                <a:uFillTx/>
                <a:latin typeface="Calibri"/>
              </a:rPr>
              <a:t>AI-</a:t>
            </a:r>
            <a:r>
              <a:rPr lang="en-IN" sz="18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POWERED</a:t>
            </a:r>
            <a:r>
              <a:rPr lang="en-IN" sz="1850" b="1" u="none" spc="-40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18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MOBILE</a:t>
            </a:r>
            <a:r>
              <a:rPr lang="en-IN" sz="1850" b="1" u="none" spc="-40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1850" b="1" u="none" strike="noStrike">
                <a:solidFill>
                  <a:srgbClr val="008B94"/>
                </a:solidFill>
                <a:effectLst/>
                <a:uFillTx/>
                <a:latin typeface="Calibri"/>
              </a:rPr>
              <a:t>URBAN</a:t>
            </a:r>
            <a:r>
              <a:rPr lang="en-IN" sz="1850" b="1" u="none" spc="-40" strike="noStrike">
                <a:solidFill>
                  <a:srgbClr val="008B94"/>
                </a:solidFill>
                <a:effectLst/>
                <a:uFillTx/>
                <a:latin typeface="Calibri"/>
              </a:rPr>
              <a:t> </a:t>
            </a:r>
            <a:r>
              <a:rPr lang="en-IN" sz="1850" b="1" u="none" spc="-11" strike="noStrike">
                <a:solidFill>
                  <a:srgbClr val="008B94"/>
                </a:solidFill>
                <a:effectLst/>
                <a:uFillTx/>
                <a:latin typeface="Calibri"/>
              </a:rPr>
              <a:t>INTELLIGENCE PLATFORM</a:t>
            </a:r>
            <a:endParaRPr lang="en-IN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" name="object 3"/>
          <p:cNvGrpSpPr/>
          <p:nvPr/>
        </p:nvGrpSpPr>
        <p:grpSpPr>
          <a:xfrm>
            <a:off x="0" y="0"/>
            <a:ext cx="223560" cy="6857640"/>
            <a:chOff x="0" y="0"/>
            <a:chExt cx="223560" cy="6857640"/>
          </a:xfrm>
        </p:grpSpPr>
        <p:pic>
          <p:nvPicPr>
            <p:cNvPr id="112" name="object 4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223560" cy="6857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3" name="object 5"/>
            <p:cNvPicPr/>
            <p:nvPr/>
          </p:nvPicPr>
          <p:blipFill>
            <a:blip r:embed="rId2"/>
            <a:stretch/>
          </p:blipFill>
          <p:spPr>
            <a:xfrm>
              <a:off x="9360" y="0"/>
              <a:ext cx="161640" cy="6848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14" name="object 6"/>
          <p:cNvGrpSpPr/>
          <p:nvPr/>
        </p:nvGrpSpPr>
        <p:grpSpPr>
          <a:xfrm>
            <a:off x="361800" y="240480"/>
            <a:ext cx="585360" cy="585360"/>
            <a:chOff x="361800" y="240480"/>
            <a:chExt cx="585360" cy="585360"/>
          </a:xfrm>
        </p:grpSpPr>
        <p:pic>
          <p:nvPicPr>
            <p:cNvPr id="115" name="object 7"/>
            <p:cNvPicPr/>
            <p:nvPr/>
          </p:nvPicPr>
          <p:blipFill>
            <a:blip r:embed="rId3"/>
            <a:stretch/>
          </p:blipFill>
          <p:spPr>
            <a:xfrm>
              <a:off x="361800" y="240480"/>
              <a:ext cx="585360" cy="585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6" name="object 8"/>
            <p:cNvPicPr/>
            <p:nvPr/>
          </p:nvPicPr>
          <p:blipFill>
            <a:blip r:embed="rId4"/>
            <a:stretch/>
          </p:blipFill>
          <p:spPr>
            <a:xfrm>
              <a:off x="419040" y="279000"/>
              <a:ext cx="475920" cy="47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17" name="object 9"/>
          <p:cNvGrpSpPr/>
          <p:nvPr/>
        </p:nvGrpSpPr>
        <p:grpSpPr>
          <a:xfrm>
            <a:off x="8737200" y="266760"/>
            <a:ext cx="2924280" cy="429840"/>
            <a:chOff x="8737200" y="266760"/>
            <a:chExt cx="2924280" cy="429840"/>
          </a:xfrm>
        </p:grpSpPr>
        <p:pic>
          <p:nvPicPr>
            <p:cNvPr id="118" name="object 10"/>
            <p:cNvPicPr/>
            <p:nvPr/>
          </p:nvPicPr>
          <p:blipFill>
            <a:blip r:embed="rId5"/>
            <a:stretch/>
          </p:blipFill>
          <p:spPr>
            <a:xfrm>
              <a:off x="8744040" y="29232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9" name="object 11"/>
            <p:cNvPicPr/>
            <p:nvPr/>
          </p:nvPicPr>
          <p:blipFill>
            <a:blip r:embed="rId6"/>
            <a:stretch/>
          </p:blipFill>
          <p:spPr>
            <a:xfrm>
              <a:off x="8737200" y="26676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0" name="object 12"/>
            <p:cNvPicPr/>
            <p:nvPr/>
          </p:nvPicPr>
          <p:blipFill>
            <a:blip r:embed="rId7"/>
            <a:stretch/>
          </p:blipFill>
          <p:spPr>
            <a:xfrm>
              <a:off x="9696600" y="29232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1" name="object 13"/>
            <p:cNvPicPr/>
            <p:nvPr/>
          </p:nvPicPr>
          <p:blipFill>
            <a:blip r:embed="rId8"/>
            <a:stretch/>
          </p:blipFill>
          <p:spPr>
            <a:xfrm>
              <a:off x="9689760" y="26676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" name="object 14"/>
            <p:cNvPicPr/>
            <p:nvPr/>
          </p:nvPicPr>
          <p:blipFill>
            <a:blip r:embed="rId9"/>
            <a:stretch/>
          </p:blipFill>
          <p:spPr>
            <a:xfrm>
              <a:off x="10658520" y="29232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3" name="object 15"/>
            <p:cNvPicPr/>
            <p:nvPr/>
          </p:nvPicPr>
          <p:blipFill>
            <a:blip r:embed="rId10"/>
            <a:stretch/>
          </p:blipFill>
          <p:spPr>
            <a:xfrm>
              <a:off x="10652040" y="26676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24" name="object 16"/>
          <p:cNvPicPr/>
          <p:nvPr/>
        </p:nvPicPr>
        <p:blipFill>
          <a:blip r:embed="rId11"/>
          <a:stretch/>
        </p:blipFill>
        <p:spPr>
          <a:xfrm>
            <a:off x="361800" y="6458040"/>
            <a:ext cx="11453400" cy="128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5" name="object 17"/>
          <p:cNvGrpSpPr/>
          <p:nvPr/>
        </p:nvGrpSpPr>
        <p:grpSpPr>
          <a:xfrm>
            <a:off x="449280" y="1406520"/>
            <a:ext cx="3247560" cy="2984040"/>
            <a:chOff x="449280" y="1406520"/>
            <a:chExt cx="3247560" cy="2984040"/>
          </a:xfrm>
        </p:grpSpPr>
        <p:pic>
          <p:nvPicPr>
            <p:cNvPr id="126" name="object 18"/>
            <p:cNvPicPr/>
            <p:nvPr/>
          </p:nvPicPr>
          <p:blipFill>
            <a:blip r:embed="rId12"/>
            <a:stretch/>
          </p:blipFill>
          <p:spPr>
            <a:xfrm>
              <a:off x="457200" y="1433520"/>
              <a:ext cx="3223440" cy="295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7" name="object 19"/>
            <p:cNvPicPr/>
            <p:nvPr/>
          </p:nvPicPr>
          <p:blipFill>
            <a:blip r:embed="rId13"/>
            <a:stretch/>
          </p:blipFill>
          <p:spPr>
            <a:xfrm>
              <a:off x="449280" y="1406520"/>
              <a:ext cx="3247560" cy="2971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8" name="object 20"/>
            <p:cNvPicPr/>
            <p:nvPr/>
          </p:nvPicPr>
          <p:blipFill>
            <a:blip r:embed="rId14"/>
            <a:stretch/>
          </p:blipFill>
          <p:spPr>
            <a:xfrm>
              <a:off x="457200" y="1433520"/>
              <a:ext cx="175680" cy="2937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9" name="object 21"/>
            <p:cNvPicPr/>
            <p:nvPr/>
          </p:nvPicPr>
          <p:blipFill>
            <a:blip r:embed="rId15"/>
            <a:stretch/>
          </p:blipFill>
          <p:spPr>
            <a:xfrm>
              <a:off x="514440" y="1471680"/>
              <a:ext cx="66240" cy="28285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0" name="object 22"/>
          <p:cNvGrpSpPr/>
          <p:nvPr/>
        </p:nvGrpSpPr>
        <p:grpSpPr>
          <a:xfrm>
            <a:off x="3849840" y="1406520"/>
            <a:ext cx="1742760" cy="441000"/>
            <a:chOff x="3849840" y="1406520"/>
            <a:chExt cx="1742760" cy="441000"/>
          </a:xfrm>
        </p:grpSpPr>
        <p:pic>
          <p:nvPicPr>
            <p:cNvPr id="131" name="object 23"/>
            <p:cNvPicPr/>
            <p:nvPr/>
          </p:nvPicPr>
          <p:blipFill>
            <a:blip r:embed="rId16"/>
            <a:stretch/>
          </p:blipFill>
          <p:spPr>
            <a:xfrm>
              <a:off x="3857760" y="1433520"/>
              <a:ext cx="1718640" cy="41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2" name="object 24"/>
            <p:cNvPicPr/>
            <p:nvPr/>
          </p:nvPicPr>
          <p:blipFill>
            <a:blip r:embed="rId17"/>
            <a:stretch/>
          </p:blipFill>
          <p:spPr>
            <a:xfrm>
              <a:off x="3849840" y="1406520"/>
              <a:ext cx="1742760" cy="42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33" name="object 25"/>
          <p:cNvGrpSpPr/>
          <p:nvPr/>
        </p:nvGrpSpPr>
        <p:grpSpPr>
          <a:xfrm>
            <a:off x="3792600" y="1863720"/>
            <a:ext cx="5229000" cy="2545920"/>
            <a:chOff x="3792600" y="1863720"/>
            <a:chExt cx="5229000" cy="2545920"/>
          </a:xfrm>
        </p:grpSpPr>
        <p:pic>
          <p:nvPicPr>
            <p:cNvPr id="134" name="object 26"/>
            <p:cNvPicPr/>
            <p:nvPr/>
          </p:nvPicPr>
          <p:blipFill>
            <a:blip r:embed="rId18"/>
            <a:stretch/>
          </p:blipFill>
          <p:spPr>
            <a:xfrm>
              <a:off x="5810400" y="2576520"/>
              <a:ext cx="1175040" cy="115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5" name="object 27"/>
            <p:cNvPicPr/>
            <p:nvPr/>
          </p:nvPicPr>
          <p:blipFill>
            <a:blip r:embed="rId19"/>
            <a:stretch/>
          </p:blipFill>
          <p:spPr>
            <a:xfrm>
              <a:off x="5867280" y="2614680"/>
              <a:ext cx="1066320" cy="1047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object 28"/>
            <p:cNvPicPr/>
            <p:nvPr/>
          </p:nvPicPr>
          <p:blipFill>
            <a:blip r:embed="rId20"/>
            <a:stretch/>
          </p:blipFill>
          <p:spPr>
            <a:xfrm>
              <a:off x="3800520" y="1890720"/>
              <a:ext cx="2242800" cy="98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7" name="object 29"/>
            <p:cNvPicPr/>
            <p:nvPr/>
          </p:nvPicPr>
          <p:blipFill>
            <a:blip r:embed="rId21"/>
            <a:stretch/>
          </p:blipFill>
          <p:spPr>
            <a:xfrm>
              <a:off x="3792600" y="1863720"/>
              <a:ext cx="2266560" cy="99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8" name="object 30"/>
            <p:cNvPicPr/>
            <p:nvPr/>
          </p:nvPicPr>
          <p:blipFill>
            <a:blip r:embed="rId22"/>
            <a:stretch/>
          </p:blipFill>
          <p:spPr>
            <a:xfrm>
              <a:off x="3800520" y="1890720"/>
              <a:ext cx="185400" cy="9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9" name="object 31"/>
            <p:cNvPicPr/>
            <p:nvPr/>
          </p:nvPicPr>
          <p:blipFill>
            <a:blip r:embed="rId23"/>
            <a:stretch/>
          </p:blipFill>
          <p:spPr>
            <a:xfrm>
              <a:off x="3857760" y="1928880"/>
              <a:ext cx="75960" cy="8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object 32"/>
            <p:cNvPicPr/>
            <p:nvPr/>
          </p:nvPicPr>
          <p:blipFill>
            <a:blip r:embed="rId24"/>
            <a:stretch/>
          </p:blipFill>
          <p:spPr>
            <a:xfrm>
              <a:off x="6762600" y="1890720"/>
              <a:ext cx="2242800" cy="98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1" name="object 33"/>
            <p:cNvPicPr/>
            <p:nvPr/>
          </p:nvPicPr>
          <p:blipFill>
            <a:blip r:embed="rId25"/>
            <a:stretch/>
          </p:blipFill>
          <p:spPr>
            <a:xfrm>
              <a:off x="6755040" y="1863720"/>
              <a:ext cx="2266560" cy="99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2" name="object 34"/>
            <p:cNvPicPr/>
            <p:nvPr/>
          </p:nvPicPr>
          <p:blipFill>
            <a:blip r:embed="rId26"/>
            <a:stretch/>
          </p:blipFill>
          <p:spPr>
            <a:xfrm>
              <a:off x="6762600" y="1890720"/>
              <a:ext cx="185400" cy="9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3" name="object 35"/>
            <p:cNvPicPr/>
            <p:nvPr/>
          </p:nvPicPr>
          <p:blipFill>
            <a:blip r:embed="rId27"/>
            <a:stretch/>
          </p:blipFill>
          <p:spPr>
            <a:xfrm>
              <a:off x="6819840" y="1928880"/>
              <a:ext cx="75960" cy="8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4" name="object 36"/>
            <p:cNvPicPr/>
            <p:nvPr/>
          </p:nvPicPr>
          <p:blipFill>
            <a:blip r:embed="rId28"/>
            <a:stretch/>
          </p:blipFill>
          <p:spPr>
            <a:xfrm>
              <a:off x="3800520" y="3424320"/>
              <a:ext cx="2242800" cy="98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5" name="object 37"/>
            <p:cNvPicPr/>
            <p:nvPr/>
          </p:nvPicPr>
          <p:blipFill>
            <a:blip r:embed="rId29"/>
            <a:stretch/>
          </p:blipFill>
          <p:spPr>
            <a:xfrm>
              <a:off x="3792600" y="3397320"/>
              <a:ext cx="2266560" cy="99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6" name="object 38"/>
            <p:cNvPicPr/>
            <p:nvPr/>
          </p:nvPicPr>
          <p:blipFill>
            <a:blip r:embed="rId30"/>
            <a:stretch/>
          </p:blipFill>
          <p:spPr>
            <a:xfrm>
              <a:off x="3800520" y="3424320"/>
              <a:ext cx="185400" cy="9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object 39"/>
            <p:cNvPicPr/>
            <p:nvPr/>
          </p:nvPicPr>
          <p:blipFill>
            <a:blip r:embed="rId31"/>
            <a:stretch/>
          </p:blipFill>
          <p:spPr>
            <a:xfrm>
              <a:off x="3857760" y="3462480"/>
              <a:ext cx="75960" cy="8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8" name="object 40"/>
            <p:cNvPicPr/>
            <p:nvPr/>
          </p:nvPicPr>
          <p:blipFill>
            <a:blip r:embed="rId32"/>
            <a:stretch/>
          </p:blipFill>
          <p:spPr>
            <a:xfrm>
              <a:off x="6762600" y="3424320"/>
              <a:ext cx="2242800" cy="985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9" name="object 41"/>
            <p:cNvPicPr/>
            <p:nvPr/>
          </p:nvPicPr>
          <p:blipFill>
            <a:blip r:embed="rId33"/>
            <a:stretch/>
          </p:blipFill>
          <p:spPr>
            <a:xfrm>
              <a:off x="6755040" y="3397320"/>
              <a:ext cx="2266560" cy="9997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0" name="object 42"/>
            <p:cNvPicPr/>
            <p:nvPr/>
          </p:nvPicPr>
          <p:blipFill>
            <a:blip r:embed="rId34"/>
            <a:stretch/>
          </p:blipFill>
          <p:spPr>
            <a:xfrm>
              <a:off x="6762600" y="3424320"/>
              <a:ext cx="185400" cy="966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object 43"/>
            <p:cNvPicPr/>
            <p:nvPr/>
          </p:nvPicPr>
          <p:blipFill>
            <a:blip r:embed="rId35"/>
            <a:stretch/>
          </p:blipFill>
          <p:spPr>
            <a:xfrm>
              <a:off x="6819840" y="3462480"/>
              <a:ext cx="75960" cy="8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2" name="object 44"/>
            <p:cNvPicPr/>
            <p:nvPr/>
          </p:nvPicPr>
          <p:blipFill>
            <a:blip r:embed="rId36"/>
            <a:stretch/>
          </p:blipFill>
          <p:spPr>
            <a:xfrm>
              <a:off x="5391000" y="2338200"/>
              <a:ext cx="623520" cy="556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3" name="object 45"/>
            <p:cNvPicPr/>
            <p:nvPr/>
          </p:nvPicPr>
          <p:blipFill>
            <a:blip r:embed="rId37"/>
            <a:stretch/>
          </p:blipFill>
          <p:spPr>
            <a:xfrm>
              <a:off x="5452920" y="2380320"/>
              <a:ext cx="5043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4" name="object 46"/>
            <p:cNvPicPr/>
            <p:nvPr/>
          </p:nvPicPr>
          <p:blipFill>
            <a:blip r:embed="rId38"/>
            <a:stretch/>
          </p:blipFill>
          <p:spPr>
            <a:xfrm>
              <a:off x="6686640" y="2319120"/>
              <a:ext cx="328320" cy="54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5" name="object 47"/>
            <p:cNvPicPr/>
            <p:nvPr/>
          </p:nvPicPr>
          <p:blipFill>
            <a:blip r:embed="rId39"/>
            <a:stretch/>
          </p:blipFill>
          <p:spPr>
            <a:xfrm>
              <a:off x="6746400" y="2354040"/>
              <a:ext cx="21888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6" name="object 48"/>
            <p:cNvPicPr/>
            <p:nvPr/>
          </p:nvPicPr>
          <p:blipFill>
            <a:blip r:embed="rId40"/>
            <a:stretch/>
          </p:blipFill>
          <p:spPr>
            <a:xfrm>
              <a:off x="5343480" y="3376440"/>
              <a:ext cx="623520" cy="556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7" name="object 49"/>
            <p:cNvPicPr/>
            <p:nvPr/>
          </p:nvPicPr>
          <p:blipFill>
            <a:blip r:embed="rId41"/>
            <a:stretch/>
          </p:blipFill>
          <p:spPr>
            <a:xfrm>
              <a:off x="5405040" y="3418560"/>
              <a:ext cx="504360" cy="4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8" name="object 50"/>
            <p:cNvPicPr/>
            <p:nvPr/>
          </p:nvPicPr>
          <p:blipFill>
            <a:blip r:embed="rId42"/>
            <a:stretch/>
          </p:blipFill>
          <p:spPr>
            <a:xfrm>
              <a:off x="6724800" y="3357360"/>
              <a:ext cx="328320" cy="556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9" name="object 51"/>
            <p:cNvPicPr/>
            <p:nvPr/>
          </p:nvPicPr>
          <p:blipFill>
            <a:blip r:embed="rId43"/>
            <a:stretch/>
          </p:blipFill>
          <p:spPr>
            <a:xfrm>
              <a:off x="6784560" y="3402000"/>
              <a:ext cx="218880" cy="437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0" name="object 52"/>
          <p:cNvGrpSpPr/>
          <p:nvPr/>
        </p:nvGrpSpPr>
        <p:grpSpPr>
          <a:xfrm>
            <a:off x="9221760" y="1406520"/>
            <a:ext cx="2533320" cy="2003040"/>
            <a:chOff x="9221760" y="1406520"/>
            <a:chExt cx="2533320" cy="2003040"/>
          </a:xfrm>
        </p:grpSpPr>
        <p:pic>
          <p:nvPicPr>
            <p:cNvPr id="161" name="object 53"/>
            <p:cNvPicPr/>
            <p:nvPr/>
          </p:nvPicPr>
          <p:blipFill>
            <a:blip r:embed="rId44"/>
            <a:stretch/>
          </p:blipFill>
          <p:spPr>
            <a:xfrm>
              <a:off x="9229680" y="1433520"/>
              <a:ext cx="2508840" cy="1976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2" name="object 54"/>
            <p:cNvPicPr/>
            <p:nvPr/>
          </p:nvPicPr>
          <p:blipFill>
            <a:blip r:embed="rId45"/>
            <a:stretch/>
          </p:blipFill>
          <p:spPr>
            <a:xfrm>
              <a:off x="9221760" y="1406520"/>
              <a:ext cx="2533320" cy="1990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3" name="object 55"/>
            <p:cNvPicPr/>
            <p:nvPr/>
          </p:nvPicPr>
          <p:blipFill>
            <a:blip r:embed="rId46"/>
            <a:stretch/>
          </p:blipFill>
          <p:spPr>
            <a:xfrm>
              <a:off x="9229680" y="1433520"/>
              <a:ext cx="185400" cy="1956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4" name="object 56"/>
            <p:cNvPicPr/>
            <p:nvPr/>
          </p:nvPicPr>
          <p:blipFill>
            <a:blip r:embed="rId47"/>
            <a:stretch/>
          </p:blipFill>
          <p:spPr>
            <a:xfrm>
              <a:off x="9286920" y="1471680"/>
              <a:ext cx="75960" cy="18475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5" name="object 57"/>
          <p:cNvGrpSpPr/>
          <p:nvPr/>
        </p:nvGrpSpPr>
        <p:grpSpPr>
          <a:xfrm>
            <a:off x="9221760" y="3454560"/>
            <a:ext cx="2533320" cy="1631520"/>
            <a:chOff x="9221760" y="3454560"/>
            <a:chExt cx="2533320" cy="1631520"/>
          </a:xfrm>
        </p:grpSpPr>
        <p:pic>
          <p:nvPicPr>
            <p:cNvPr id="166" name="object 58"/>
            <p:cNvPicPr/>
            <p:nvPr/>
          </p:nvPicPr>
          <p:blipFill>
            <a:blip r:embed="rId48"/>
            <a:stretch/>
          </p:blipFill>
          <p:spPr>
            <a:xfrm>
              <a:off x="9229680" y="3481560"/>
              <a:ext cx="2507400" cy="1604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7" name="object 59"/>
            <p:cNvPicPr/>
            <p:nvPr/>
          </p:nvPicPr>
          <p:blipFill>
            <a:blip r:embed="rId49"/>
            <a:stretch/>
          </p:blipFill>
          <p:spPr>
            <a:xfrm>
              <a:off x="9221760" y="3454560"/>
              <a:ext cx="2533320" cy="1618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8" name="object 60"/>
            <p:cNvPicPr/>
            <p:nvPr/>
          </p:nvPicPr>
          <p:blipFill>
            <a:blip r:embed="rId50"/>
            <a:stretch/>
          </p:blipFill>
          <p:spPr>
            <a:xfrm>
              <a:off x="9229680" y="3481560"/>
              <a:ext cx="185400" cy="1585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9" name="object 61"/>
            <p:cNvPicPr/>
            <p:nvPr/>
          </p:nvPicPr>
          <p:blipFill>
            <a:blip r:embed="rId51"/>
            <a:stretch/>
          </p:blipFill>
          <p:spPr>
            <a:xfrm>
              <a:off x="9286920" y="3519360"/>
              <a:ext cx="75960" cy="14760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0" name="object 62"/>
          <p:cNvGrpSpPr/>
          <p:nvPr/>
        </p:nvGrpSpPr>
        <p:grpSpPr>
          <a:xfrm>
            <a:off x="449280" y="4549680"/>
            <a:ext cx="8571960" cy="1545840"/>
            <a:chOff x="449280" y="4549680"/>
            <a:chExt cx="8571960" cy="1545840"/>
          </a:xfrm>
        </p:grpSpPr>
        <p:pic>
          <p:nvPicPr>
            <p:cNvPr id="171" name="object 63"/>
            <p:cNvPicPr/>
            <p:nvPr/>
          </p:nvPicPr>
          <p:blipFill>
            <a:blip r:embed="rId52"/>
            <a:stretch/>
          </p:blipFill>
          <p:spPr>
            <a:xfrm>
              <a:off x="457200" y="4576680"/>
              <a:ext cx="8548560" cy="1518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2" name="object 64"/>
            <p:cNvPicPr/>
            <p:nvPr/>
          </p:nvPicPr>
          <p:blipFill>
            <a:blip r:embed="rId53"/>
            <a:stretch/>
          </p:blipFill>
          <p:spPr>
            <a:xfrm>
              <a:off x="449280" y="4549680"/>
              <a:ext cx="8571960" cy="1533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3" name="object 65"/>
          <p:cNvGrpSpPr/>
          <p:nvPr/>
        </p:nvGrpSpPr>
        <p:grpSpPr>
          <a:xfrm>
            <a:off x="9221760" y="5083200"/>
            <a:ext cx="2533320" cy="1088640"/>
            <a:chOff x="9221760" y="5083200"/>
            <a:chExt cx="2533320" cy="1088640"/>
          </a:xfrm>
        </p:grpSpPr>
        <p:pic>
          <p:nvPicPr>
            <p:cNvPr id="174" name="object 66"/>
            <p:cNvPicPr/>
            <p:nvPr/>
          </p:nvPicPr>
          <p:blipFill>
            <a:blip r:embed="rId54"/>
            <a:stretch/>
          </p:blipFill>
          <p:spPr>
            <a:xfrm>
              <a:off x="9229680" y="5110200"/>
              <a:ext cx="2509560" cy="106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5" name="object 67"/>
            <p:cNvPicPr/>
            <p:nvPr/>
          </p:nvPicPr>
          <p:blipFill>
            <a:blip r:embed="rId55"/>
            <a:stretch/>
          </p:blipFill>
          <p:spPr>
            <a:xfrm>
              <a:off x="9221760" y="5083200"/>
              <a:ext cx="2533320" cy="1076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6" name="object 68"/>
            <p:cNvPicPr/>
            <p:nvPr/>
          </p:nvPicPr>
          <p:blipFill>
            <a:blip r:embed="rId56"/>
            <a:stretch/>
          </p:blipFill>
          <p:spPr>
            <a:xfrm>
              <a:off x="9229680" y="5110200"/>
              <a:ext cx="185400" cy="1042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7" name="object 69"/>
            <p:cNvPicPr/>
            <p:nvPr/>
          </p:nvPicPr>
          <p:blipFill>
            <a:blip r:embed="rId57"/>
            <a:stretch/>
          </p:blipFill>
          <p:spPr>
            <a:xfrm>
              <a:off x="9286920" y="5148360"/>
              <a:ext cx="75960" cy="933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8" name="object 70"/>
          <p:cNvSpPr/>
          <p:nvPr/>
        </p:nvSpPr>
        <p:spPr>
          <a:xfrm>
            <a:off x="594720" y="33480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ftr" idx="16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ldNum" idx="17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C7399A8B-8528-499F-B4F9-75B28589946D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object 71"/>
          <p:cNvSpPr/>
          <p:nvPr/>
        </p:nvSpPr>
        <p:spPr>
          <a:xfrm>
            <a:off x="728640" y="1683720"/>
            <a:ext cx="1692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PRIMARY</a:t>
            </a:r>
            <a:r>
              <a:rPr lang="en-IN" sz="15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END</a:t>
            </a:r>
            <a:r>
              <a:rPr lang="en-IN" sz="15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USER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object 72"/>
          <p:cNvSpPr/>
          <p:nvPr/>
        </p:nvSpPr>
        <p:spPr>
          <a:xfrm>
            <a:off x="1037880" y="5199840"/>
            <a:ext cx="767988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320" rIns="0" bIns="0" anchor="t">
            <a:spAutoFit/>
          </a:bodyPr>
          <a:p>
            <a:pPr marL="12600">
              <a:lnSpc>
                <a:spcPct val="104000"/>
              </a:lnSpc>
              <a:spcBef>
                <a:spcPts val="34"/>
              </a:spcBef>
            </a:pP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To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monitor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city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roads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and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traffic</a:t>
            </a:r>
            <a:r>
              <a:rPr lang="en-IN" sz="1550" b="1" u="none" spc="10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conditions,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identify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problems,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and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ensure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timely</a:t>
            </a:r>
            <a:r>
              <a:rPr lang="en-IN" sz="1550" b="1" u="none" spc="10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action</a:t>
            </a:r>
            <a:r>
              <a:rPr lang="en-IN" sz="1550" b="1" u="none" spc="99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to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maintain</a:t>
            </a:r>
            <a:r>
              <a:rPr lang="en-IN" sz="1550" b="1" u="none" spc="10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safe</a:t>
            </a:r>
            <a:r>
              <a:rPr lang="en-IN" sz="1550" b="1" u="none" spc="10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and</a:t>
            </a:r>
            <a:r>
              <a:rPr lang="en-IN" sz="1550" b="1" u="none" spc="10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efficient</a:t>
            </a:r>
            <a:r>
              <a:rPr lang="en-IN" sz="1550" b="1" u="none" spc="111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urban</a:t>
            </a:r>
            <a:r>
              <a:rPr lang="en-IN" sz="1550" b="1" u="none" spc="10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550" b="1" u="none" spc="-11" strike="noStrike">
                <a:solidFill>
                  <a:srgbClr val="006D74"/>
                </a:solidFill>
                <a:effectLst/>
                <a:uFillTx/>
                <a:latin typeface="Calibri"/>
              </a:rPr>
              <a:t>transportation.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Customer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ecosystem</a:t>
            </a:r>
            <a:r>
              <a:rPr lang="en-IN" sz="2300" b="1" u="none" spc="1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access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" name="object 74"/>
          <p:cNvSpPr/>
          <p:nvPr/>
        </p:nvSpPr>
        <p:spPr>
          <a:xfrm>
            <a:off x="993600" y="704880"/>
            <a:ext cx="63723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Identify</a:t>
            </a:r>
            <a:r>
              <a:rPr lang="en-IN" sz="105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who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experiences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problem,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who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benefits,</a:t>
            </a:r>
            <a:r>
              <a:rPr lang="en-IN" sz="105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who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decides,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whether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team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can</a:t>
            </a:r>
            <a:r>
              <a:rPr lang="en-IN" sz="105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keep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engaging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them.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object 75"/>
          <p:cNvSpPr/>
          <p:nvPr/>
        </p:nvSpPr>
        <p:spPr>
          <a:xfrm>
            <a:off x="8996400" y="36576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object 76"/>
          <p:cNvSpPr/>
          <p:nvPr/>
        </p:nvSpPr>
        <p:spPr>
          <a:xfrm>
            <a:off x="9964440" y="36576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object 77"/>
          <p:cNvSpPr/>
          <p:nvPr/>
        </p:nvSpPr>
        <p:spPr>
          <a:xfrm>
            <a:off x="10968120" y="365760"/>
            <a:ext cx="3722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DECIDE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object 78"/>
          <p:cNvSpPr/>
          <p:nvPr/>
        </p:nvSpPr>
        <p:spPr>
          <a:xfrm>
            <a:off x="698400" y="2000160"/>
            <a:ext cx="2782080" cy="170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8080" rIns="0" bIns="0" anchor="t">
            <a:spAutoFit/>
          </a:bodyPr>
          <a:p>
            <a:pPr marL="12600">
              <a:lnSpc>
                <a:spcPts val="1879"/>
              </a:lnSpc>
              <a:spcBef>
                <a:spcPts val="221"/>
              </a:spcBef>
            </a:pP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Urban</a:t>
            </a:r>
            <a:r>
              <a:rPr lang="en-IN" sz="1600" b="0" u="none" spc="1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</a:t>
            </a:r>
            <a:r>
              <a:rPr lang="en-IN" sz="1600" b="0" u="none" spc="13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600" b="0" u="none" spc="1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Authorities</a:t>
            </a:r>
            <a:r>
              <a:rPr lang="en-IN" sz="1600" b="0" u="none" spc="21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responsible</a:t>
            </a:r>
            <a:r>
              <a:rPr lang="en-IN" sz="1600" b="0" u="none" spc="21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for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monitoring</a:t>
            </a:r>
            <a:r>
              <a:rPr lang="en-IN" sz="1600" b="0" u="none" spc="1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city</a:t>
            </a:r>
            <a:r>
              <a:rPr lang="en-IN" sz="1600" b="0" u="none" spc="1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roads,</a:t>
            </a:r>
            <a:r>
              <a:rPr lang="en-IN" sz="1600" b="0" u="none" spc="13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managing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1600" b="0" u="none" spc="1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conditions,</a:t>
            </a:r>
            <a:r>
              <a:rPr lang="en-IN" sz="1600" b="0" u="none" spc="1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600" b="0" u="none" spc="1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ensuring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timely</a:t>
            </a:r>
            <a:r>
              <a:rPr lang="en-IN" sz="1600" b="0" u="none" spc="20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identification</a:t>
            </a:r>
            <a:r>
              <a:rPr lang="en-IN" sz="1600" b="0" u="none" spc="20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and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160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160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1600" b="0" u="none" spc="1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and </a:t>
            </a:r>
            <a:r>
              <a:rPr lang="en-IN" sz="16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infrastructure</a:t>
            </a:r>
            <a:r>
              <a:rPr lang="en-IN" sz="1600" b="0" u="none" spc="26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6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issues.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object 79"/>
          <p:cNvSpPr/>
          <p:nvPr/>
        </p:nvSpPr>
        <p:spPr>
          <a:xfrm>
            <a:off x="4100760" y="1485720"/>
            <a:ext cx="123912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STAKEHOLDER</a:t>
            </a:r>
            <a:r>
              <a:rPr lang="en-IN" sz="1100" b="1" u="none" spc="295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MAP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object 80"/>
          <p:cNvSpPr/>
          <p:nvPr/>
        </p:nvSpPr>
        <p:spPr>
          <a:xfrm>
            <a:off x="9478080" y="5189040"/>
            <a:ext cx="20692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1440" rIns="0" bIns="0" anchor="t">
            <a:spAutoFit/>
          </a:bodyPr>
          <a:p>
            <a:pPr marL="47520">
              <a:lnSpc>
                <a:spcPct val="100000"/>
              </a:lnSpc>
              <a:spcBef>
                <a:spcPts val="720"/>
              </a:spcBef>
            </a:pP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SEGMENT</a:t>
            </a:r>
            <a:r>
              <a:rPr lang="en-IN" sz="1100" b="1" u="none" spc="17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CHOICE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31"/>
              </a:lnSpc>
              <a:spcBef>
                <a:spcPts val="714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They</a:t>
            </a:r>
            <a:r>
              <a:rPr lang="en-IN" sz="105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directly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responsible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for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monitoring</a:t>
            </a:r>
            <a:r>
              <a:rPr lang="en-IN" sz="1050" b="0" u="none" spc="-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roads,</a:t>
            </a:r>
            <a:r>
              <a:rPr lang="en-IN" sz="105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managing</a:t>
            </a:r>
            <a:r>
              <a:rPr lang="en-IN" sz="105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traffic,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maintaining</a:t>
            </a:r>
            <a:r>
              <a:rPr lang="en-IN" sz="105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urban</a:t>
            </a:r>
            <a:r>
              <a:rPr lang="en-IN" sz="105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infrastructure.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object 81"/>
          <p:cNvSpPr/>
          <p:nvPr/>
        </p:nvSpPr>
        <p:spPr>
          <a:xfrm>
            <a:off x="6202800" y="2948400"/>
            <a:ext cx="419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4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USER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object 82"/>
          <p:cNvSpPr/>
          <p:nvPr/>
        </p:nvSpPr>
        <p:spPr>
          <a:xfrm>
            <a:off x="4050360" y="1962360"/>
            <a:ext cx="1279080" cy="7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3760" rIns="0" bIns="0" anchor="t">
            <a:spAutoFit/>
          </a:bodyPr>
          <a:p>
            <a:pPr marL="39960">
              <a:lnSpc>
                <a:spcPct val="100000"/>
              </a:lnSpc>
              <a:spcBef>
                <a:spcPts val="893"/>
              </a:spcBef>
            </a:pP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Beneficiary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99"/>
              </a:lnSpc>
              <a:spcBef>
                <a:spcPts val="916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Citizens,</a:t>
            </a:r>
            <a:r>
              <a:rPr lang="en-IN" sz="1100" b="0" u="none" spc="13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pedestrians,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1100" b="0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passengers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bject 83"/>
          <p:cNvSpPr/>
          <p:nvPr/>
        </p:nvSpPr>
        <p:spPr>
          <a:xfrm>
            <a:off x="4050360" y="3566160"/>
            <a:ext cx="1724760" cy="62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1560" rIns="0" bIns="0" anchor="t">
            <a:spAutoFit/>
          </a:bodyPr>
          <a:p>
            <a:pPr marL="39960">
              <a:lnSpc>
                <a:spcPct val="100000"/>
              </a:lnSpc>
              <a:spcBef>
                <a:spcPts val="485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Data</a:t>
            </a:r>
            <a:r>
              <a:rPr lang="en-IN" sz="1200" b="1" u="none" spc="-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200" b="1" u="none" spc="-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site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owner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261"/>
              </a:lnSpc>
              <a:spcBef>
                <a:spcPts val="386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Public</a:t>
            </a:r>
            <a:r>
              <a:rPr lang="en-IN" sz="1100" b="0" u="none" spc="17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</a:t>
            </a:r>
            <a:r>
              <a:rPr lang="en-IN" sz="1100" b="0" u="none" spc="17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department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261"/>
              </a:lnSpc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city</a:t>
            </a:r>
            <a:r>
              <a:rPr lang="en-IN" sz="1100" b="0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administration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bject 84"/>
          <p:cNvSpPr/>
          <p:nvPr/>
        </p:nvSpPr>
        <p:spPr>
          <a:xfrm>
            <a:off x="7015320" y="1962360"/>
            <a:ext cx="1386360" cy="7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3760" rIns="0" bIns="0" anchor="t">
            <a:spAutoFit/>
          </a:bodyPr>
          <a:p>
            <a:pPr marL="39960">
              <a:lnSpc>
                <a:spcPct val="100000"/>
              </a:lnSpc>
              <a:spcBef>
                <a:spcPts val="893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Buyer</a:t>
            </a:r>
            <a:r>
              <a:rPr lang="en-IN" sz="12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2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approver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99"/>
              </a:lnSpc>
              <a:spcBef>
                <a:spcPts val="916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1100" b="0" u="none" spc="22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authorities</a:t>
            </a:r>
            <a:r>
              <a:rPr lang="en-IN" sz="1100" b="0" u="none" spc="22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transport</a:t>
            </a:r>
            <a:r>
              <a:rPr lang="en-IN" sz="1100" b="0" u="none" spc="20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department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object 85"/>
          <p:cNvSpPr/>
          <p:nvPr/>
        </p:nvSpPr>
        <p:spPr>
          <a:xfrm>
            <a:off x="7015320" y="3517560"/>
            <a:ext cx="1733760" cy="7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9800" rIns="0" bIns="0" anchor="t">
            <a:spAutoFit/>
          </a:bodyPr>
          <a:p>
            <a:pPr marL="39960">
              <a:lnSpc>
                <a:spcPct val="100000"/>
              </a:lnSpc>
              <a:spcBef>
                <a:spcPts val="865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Operator</a:t>
            </a:r>
            <a:r>
              <a:rPr lang="en-IN" sz="12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2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influencer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99"/>
              </a:lnSpc>
              <a:spcBef>
                <a:spcPts val="884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1100" b="0" u="none" spc="11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police,</a:t>
            </a:r>
            <a:r>
              <a:rPr lang="en-IN" sz="110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110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operators,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1100" b="0" u="none" spc="17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1100" b="0" u="none" spc="17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teams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bject 86"/>
          <p:cNvSpPr/>
          <p:nvPr/>
        </p:nvSpPr>
        <p:spPr>
          <a:xfrm>
            <a:off x="9478080" y="3656880"/>
            <a:ext cx="2032200" cy="10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4752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REAL</a:t>
            </a:r>
            <a:r>
              <a:rPr lang="en-IN" sz="1200" b="1" u="none" spc="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CUSTOMER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SIGNAL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99"/>
              </a:lnSpc>
              <a:spcBef>
                <a:spcPts val="836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issues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often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identified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only after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complaints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or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</a:t>
            </a:r>
            <a:r>
              <a:rPr lang="en-IN" sz="1050" b="0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99"/>
              </a:lnSpc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E01 —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Problem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Statement 26124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object 87"/>
          <p:cNvSpPr/>
          <p:nvPr/>
        </p:nvSpPr>
        <p:spPr>
          <a:xfrm>
            <a:off x="9478080" y="1648080"/>
            <a:ext cx="1924200" cy="14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4752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ACCESS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PERMISSION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11000"/>
              </a:lnSpc>
              <a:spcBef>
                <a:spcPts val="624"/>
              </a:spcBef>
            </a:pP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Contact</a:t>
            </a:r>
            <a:r>
              <a:rPr lang="en-IN" sz="95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95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access</a:t>
            </a:r>
            <a:r>
              <a:rPr lang="en-IN" sz="95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route: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College/SIH</a:t>
            </a:r>
            <a:r>
              <a:rPr lang="en-IN" sz="9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team</a:t>
            </a:r>
            <a:r>
              <a:rPr lang="en-IN" sz="9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→</a:t>
            </a:r>
            <a:r>
              <a:rPr lang="en-IN" sz="9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Department</a:t>
            </a:r>
            <a:r>
              <a:rPr lang="en-IN" sz="9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9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Corporation</a:t>
            </a:r>
            <a:r>
              <a:rPr lang="en-IN" sz="9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9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Operator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Contact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access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route: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040">
              <a:lnSpc>
                <a:spcPts val="1049"/>
              </a:lnSpc>
              <a:spcBef>
                <a:spcPts val="20"/>
              </a:spcBef>
            </a:pP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College/SIH</a:t>
            </a:r>
            <a:r>
              <a:rPr lang="en-IN" sz="9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team</a:t>
            </a:r>
            <a:r>
              <a:rPr lang="en-IN" sz="9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→</a:t>
            </a:r>
            <a:r>
              <a:rPr lang="en-IN" sz="9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Department</a:t>
            </a:r>
            <a:r>
              <a:rPr lang="en-IN" sz="9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 Municipal Corporation </a:t>
            </a:r>
            <a:r>
              <a:rPr lang="en-IN" sz="95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9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Bus</a:t>
            </a:r>
            <a:r>
              <a:rPr lang="en-IN" sz="9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Operator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object 88"/>
          <p:cNvSpPr/>
          <p:nvPr/>
        </p:nvSpPr>
        <p:spPr>
          <a:xfrm>
            <a:off x="737640" y="4786920"/>
            <a:ext cx="309456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6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The</a:t>
            </a:r>
            <a:r>
              <a:rPr lang="en-IN" sz="1650" b="1" u="none" spc="-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6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job</a:t>
            </a:r>
            <a:r>
              <a:rPr lang="en-IN" sz="16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6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they</a:t>
            </a:r>
            <a:r>
              <a:rPr lang="en-IN" sz="16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6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are</a:t>
            </a:r>
            <a:r>
              <a:rPr lang="en-IN" sz="16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6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trying</a:t>
            </a:r>
            <a:r>
              <a:rPr lang="en-IN" sz="16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6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to</a:t>
            </a:r>
            <a:r>
              <a:rPr lang="en-IN" sz="16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6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complete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0" name="object 3"/>
          <p:cNvGrpSpPr/>
          <p:nvPr/>
        </p:nvGrpSpPr>
        <p:grpSpPr>
          <a:xfrm>
            <a:off x="0" y="0"/>
            <a:ext cx="223560" cy="6857640"/>
            <a:chOff x="0" y="0"/>
            <a:chExt cx="223560" cy="6857640"/>
          </a:xfrm>
        </p:grpSpPr>
        <p:pic>
          <p:nvPicPr>
            <p:cNvPr id="201" name="object 4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223560" cy="6857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2" name="object 5"/>
            <p:cNvPicPr/>
            <p:nvPr/>
          </p:nvPicPr>
          <p:blipFill>
            <a:blip r:embed="rId2"/>
            <a:stretch/>
          </p:blipFill>
          <p:spPr>
            <a:xfrm>
              <a:off x="9360" y="0"/>
              <a:ext cx="161640" cy="6848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3" name="object 6"/>
          <p:cNvGrpSpPr/>
          <p:nvPr/>
        </p:nvGrpSpPr>
        <p:grpSpPr>
          <a:xfrm>
            <a:off x="361800" y="228600"/>
            <a:ext cx="585360" cy="585360"/>
            <a:chOff x="361800" y="228600"/>
            <a:chExt cx="585360" cy="585360"/>
          </a:xfrm>
        </p:grpSpPr>
        <p:pic>
          <p:nvPicPr>
            <p:cNvPr id="204" name="object 7"/>
            <p:cNvPicPr/>
            <p:nvPr/>
          </p:nvPicPr>
          <p:blipFill>
            <a:blip r:embed="rId3"/>
            <a:stretch/>
          </p:blipFill>
          <p:spPr>
            <a:xfrm>
              <a:off x="361800" y="228600"/>
              <a:ext cx="585360" cy="585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5" name="object 8"/>
            <p:cNvPicPr/>
            <p:nvPr/>
          </p:nvPicPr>
          <p:blipFill>
            <a:blip r:embed="rId4"/>
            <a:stretch/>
          </p:blipFill>
          <p:spPr>
            <a:xfrm>
              <a:off x="419040" y="266760"/>
              <a:ext cx="475920" cy="47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6" name="object 9"/>
          <p:cNvGrpSpPr/>
          <p:nvPr/>
        </p:nvGrpSpPr>
        <p:grpSpPr>
          <a:xfrm>
            <a:off x="8737200" y="262800"/>
            <a:ext cx="2924280" cy="441720"/>
            <a:chOff x="8737200" y="262800"/>
            <a:chExt cx="2924280" cy="441720"/>
          </a:xfrm>
        </p:grpSpPr>
        <p:pic>
          <p:nvPicPr>
            <p:cNvPr id="207" name="object 10"/>
            <p:cNvPicPr/>
            <p:nvPr/>
          </p:nvPicPr>
          <p:blipFill>
            <a:blip r:embed="rId5"/>
            <a:stretch/>
          </p:blipFill>
          <p:spPr>
            <a:xfrm>
              <a:off x="8744040" y="30024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8" name="object 11"/>
            <p:cNvPicPr/>
            <p:nvPr/>
          </p:nvPicPr>
          <p:blipFill>
            <a:blip r:embed="rId6"/>
            <a:stretch/>
          </p:blipFill>
          <p:spPr>
            <a:xfrm>
              <a:off x="8737200" y="26280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9" name="object 12"/>
            <p:cNvPicPr/>
            <p:nvPr/>
          </p:nvPicPr>
          <p:blipFill>
            <a:blip r:embed="rId7"/>
            <a:stretch/>
          </p:blipFill>
          <p:spPr>
            <a:xfrm>
              <a:off x="9696600" y="30024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0" name="object 13"/>
            <p:cNvPicPr/>
            <p:nvPr/>
          </p:nvPicPr>
          <p:blipFill>
            <a:blip r:embed="rId8"/>
            <a:stretch/>
          </p:blipFill>
          <p:spPr>
            <a:xfrm>
              <a:off x="9689760" y="26280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1" name="object 14"/>
            <p:cNvPicPr/>
            <p:nvPr/>
          </p:nvPicPr>
          <p:blipFill>
            <a:blip r:embed="rId9"/>
            <a:stretch/>
          </p:blipFill>
          <p:spPr>
            <a:xfrm>
              <a:off x="10658520" y="30024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2" name="object 15"/>
            <p:cNvPicPr/>
            <p:nvPr/>
          </p:nvPicPr>
          <p:blipFill>
            <a:blip r:embed="rId10"/>
            <a:stretch/>
          </p:blipFill>
          <p:spPr>
            <a:xfrm>
              <a:off x="10652040" y="26280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13" name="object 16"/>
          <p:cNvPicPr/>
          <p:nvPr/>
        </p:nvPicPr>
        <p:blipFill>
          <a:blip r:embed="rId11"/>
          <a:stretch/>
        </p:blipFill>
        <p:spPr>
          <a:xfrm>
            <a:off x="361800" y="6458040"/>
            <a:ext cx="11453400" cy="128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4" name="object 17"/>
          <p:cNvGrpSpPr/>
          <p:nvPr/>
        </p:nvGrpSpPr>
        <p:grpSpPr>
          <a:xfrm>
            <a:off x="469440" y="1295640"/>
            <a:ext cx="10401480" cy="1667880"/>
            <a:chOff x="469440" y="1295640"/>
            <a:chExt cx="10401480" cy="1667880"/>
          </a:xfrm>
        </p:grpSpPr>
        <p:pic>
          <p:nvPicPr>
            <p:cNvPr id="215" name="object 18"/>
            <p:cNvPicPr/>
            <p:nvPr/>
          </p:nvPicPr>
          <p:blipFill>
            <a:blip r:embed="rId12"/>
            <a:stretch/>
          </p:blipFill>
          <p:spPr>
            <a:xfrm>
              <a:off x="476280" y="1330200"/>
              <a:ext cx="2450160" cy="163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6" name="object 19"/>
            <p:cNvPicPr/>
            <p:nvPr/>
          </p:nvPicPr>
          <p:blipFill>
            <a:blip r:embed="rId13"/>
            <a:stretch/>
          </p:blipFill>
          <p:spPr>
            <a:xfrm>
              <a:off x="469440" y="1304640"/>
              <a:ext cx="2466720" cy="164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7" name="object 20"/>
            <p:cNvPicPr/>
            <p:nvPr/>
          </p:nvPicPr>
          <p:blipFill>
            <a:blip r:embed="rId14"/>
            <a:stretch/>
          </p:blipFill>
          <p:spPr>
            <a:xfrm>
              <a:off x="638280" y="1443960"/>
              <a:ext cx="490320" cy="4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8" name="object 21"/>
            <p:cNvPicPr/>
            <p:nvPr/>
          </p:nvPicPr>
          <p:blipFill>
            <a:blip r:embed="rId15"/>
            <a:stretch/>
          </p:blipFill>
          <p:spPr>
            <a:xfrm>
              <a:off x="695160" y="1471680"/>
              <a:ext cx="380520" cy="380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9" name="object 22"/>
            <p:cNvPicPr/>
            <p:nvPr/>
          </p:nvPicPr>
          <p:blipFill>
            <a:blip r:embed="rId16"/>
            <a:stretch/>
          </p:blipFill>
          <p:spPr>
            <a:xfrm>
              <a:off x="2828880" y="2073240"/>
              <a:ext cx="308880" cy="128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0" name="object 23"/>
            <p:cNvPicPr/>
            <p:nvPr/>
          </p:nvPicPr>
          <p:blipFill>
            <a:blip r:embed="rId17"/>
            <a:stretch/>
          </p:blipFill>
          <p:spPr>
            <a:xfrm>
              <a:off x="3114720" y="1330200"/>
              <a:ext cx="2462040" cy="163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1" name="object 24"/>
            <p:cNvPicPr/>
            <p:nvPr/>
          </p:nvPicPr>
          <p:blipFill>
            <a:blip r:embed="rId18"/>
            <a:stretch/>
          </p:blipFill>
          <p:spPr>
            <a:xfrm>
              <a:off x="3108240" y="1304640"/>
              <a:ext cx="2476080" cy="164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2" name="object 25"/>
            <p:cNvPicPr/>
            <p:nvPr/>
          </p:nvPicPr>
          <p:blipFill>
            <a:blip r:embed="rId19"/>
            <a:stretch/>
          </p:blipFill>
          <p:spPr>
            <a:xfrm>
              <a:off x="3276720" y="1443960"/>
              <a:ext cx="499680" cy="4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3" name="object 26"/>
            <p:cNvPicPr/>
            <p:nvPr/>
          </p:nvPicPr>
          <p:blipFill>
            <a:blip r:embed="rId20"/>
            <a:stretch/>
          </p:blipFill>
          <p:spPr>
            <a:xfrm>
              <a:off x="3333600" y="1471680"/>
              <a:ext cx="390240" cy="380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4" name="object 27"/>
            <p:cNvPicPr/>
            <p:nvPr/>
          </p:nvPicPr>
          <p:blipFill>
            <a:blip r:embed="rId21"/>
            <a:stretch/>
          </p:blipFill>
          <p:spPr>
            <a:xfrm>
              <a:off x="5477040" y="2073240"/>
              <a:ext cx="308880" cy="128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5" name="object 28"/>
            <p:cNvPicPr/>
            <p:nvPr/>
          </p:nvPicPr>
          <p:blipFill>
            <a:blip r:embed="rId22"/>
            <a:stretch/>
          </p:blipFill>
          <p:spPr>
            <a:xfrm>
              <a:off x="5762520" y="1330200"/>
              <a:ext cx="2450160" cy="1633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6" name="object 29"/>
            <p:cNvPicPr/>
            <p:nvPr/>
          </p:nvPicPr>
          <p:blipFill>
            <a:blip r:embed="rId23"/>
            <a:stretch/>
          </p:blipFill>
          <p:spPr>
            <a:xfrm>
              <a:off x="5756040" y="1304640"/>
              <a:ext cx="2466720" cy="1647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7" name="object 30"/>
            <p:cNvPicPr/>
            <p:nvPr/>
          </p:nvPicPr>
          <p:blipFill>
            <a:blip r:embed="rId24"/>
            <a:stretch/>
          </p:blipFill>
          <p:spPr>
            <a:xfrm>
              <a:off x="5924520" y="1443960"/>
              <a:ext cx="490320" cy="4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8" name="object 31"/>
            <p:cNvPicPr/>
            <p:nvPr/>
          </p:nvPicPr>
          <p:blipFill>
            <a:blip r:embed="rId25"/>
            <a:stretch/>
          </p:blipFill>
          <p:spPr>
            <a:xfrm>
              <a:off x="5981760" y="1471680"/>
              <a:ext cx="380520" cy="380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9" name="object 32"/>
            <p:cNvPicPr/>
            <p:nvPr/>
          </p:nvPicPr>
          <p:blipFill>
            <a:blip r:embed="rId26"/>
            <a:stretch/>
          </p:blipFill>
          <p:spPr>
            <a:xfrm>
              <a:off x="8115120" y="2073240"/>
              <a:ext cx="308880" cy="128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0" name="object 33"/>
            <p:cNvPicPr/>
            <p:nvPr/>
          </p:nvPicPr>
          <p:blipFill>
            <a:blip r:embed="rId27"/>
            <a:stretch/>
          </p:blipFill>
          <p:spPr>
            <a:xfrm>
              <a:off x="8391600" y="1320840"/>
              <a:ext cx="2470680" cy="164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1" name="object 34"/>
            <p:cNvPicPr/>
            <p:nvPr/>
          </p:nvPicPr>
          <p:blipFill>
            <a:blip r:embed="rId28"/>
            <a:stretch/>
          </p:blipFill>
          <p:spPr>
            <a:xfrm>
              <a:off x="8385120" y="1295640"/>
              <a:ext cx="2485800" cy="1657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2" name="object 35"/>
            <p:cNvPicPr/>
            <p:nvPr/>
          </p:nvPicPr>
          <p:blipFill>
            <a:blip r:embed="rId29"/>
            <a:stretch/>
          </p:blipFill>
          <p:spPr>
            <a:xfrm>
              <a:off x="8562960" y="1443960"/>
              <a:ext cx="499680" cy="4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3" name="object 36"/>
            <p:cNvPicPr/>
            <p:nvPr/>
          </p:nvPicPr>
          <p:blipFill>
            <a:blip r:embed="rId30"/>
            <a:stretch/>
          </p:blipFill>
          <p:spPr>
            <a:xfrm>
              <a:off x="8620200" y="1471680"/>
              <a:ext cx="390240" cy="3805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4" name="object 37"/>
          <p:cNvGrpSpPr/>
          <p:nvPr/>
        </p:nvGrpSpPr>
        <p:grpSpPr>
          <a:xfrm>
            <a:off x="468360" y="3151440"/>
            <a:ext cx="3304800" cy="1364760"/>
            <a:chOff x="468360" y="3151440"/>
            <a:chExt cx="3304800" cy="1364760"/>
          </a:xfrm>
        </p:grpSpPr>
        <p:pic>
          <p:nvPicPr>
            <p:cNvPr id="235" name="object 38"/>
            <p:cNvPicPr/>
            <p:nvPr/>
          </p:nvPicPr>
          <p:blipFill>
            <a:blip r:embed="rId31"/>
            <a:stretch/>
          </p:blipFill>
          <p:spPr>
            <a:xfrm>
              <a:off x="476280" y="3178440"/>
              <a:ext cx="3281040" cy="13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6" name="object 39"/>
            <p:cNvPicPr/>
            <p:nvPr/>
          </p:nvPicPr>
          <p:blipFill>
            <a:blip r:embed="rId32"/>
            <a:stretch/>
          </p:blipFill>
          <p:spPr>
            <a:xfrm>
              <a:off x="468360" y="3151440"/>
              <a:ext cx="3304800" cy="1352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7" name="object 40"/>
            <p:cNvPicPr/>
            <p:nvPr/>
          </p:nvPicPr>
          <p:blipFill>
            <a:blip r:embed="rId33"/>
            <a:stretch/>
          </p:blipFill>
          <p:spPr>
            <a:xfrm>
              <a:off x="476280" y="3178440"/>
              <a:ext cx="175680" cy="1318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8" name="object 41"/>
            <p:cNvPicPr/>
            <p:nvPr/>
          </p:nvPicPr>
          <p:blipFill>
            <a:blip r:embed="rId34"/>
            <a:stretch/>
          </p:blipFill>
          <p:spPr>
            <a:xfrm>
              <a:off x="533520" y="3216240"/>
              <a:ext cx="66240" cy="1209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39" name="object 42"/>
          <p:cNvGrpSpPr/>
          <p:nvPr/>
        </p:nvGrpSpPr>
        <p:grpSpPr>
          <a:xfrm>
            <a:off x="3849840" y="3151440"/>
            <a:ext cx="3304800" cy="1364760"/>
            <a:chOff x="3849840" y="3151440"/>
            <a:chExt cx="3304800" cy="1364760"/>
          </a:xfrm>
        </p:grpSpPr>
        <p:pic>
          <p:nvPicPr>
            <p:cNvPr id="240" name="object 43"/>
            <p:cNvPicPr/>
            <p:nvPr/>
          </p:nvPicPr>
          <p:blipFill>
            <a:blip r:embed="rId35"/>
            <a:stretch/>
          </p:blipFill>
          <p:spPr>
            <a:xfrm>
              <a:off x="3857760" y="3178440"/>
              <a:ext cx="3281040" cy="13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1" name="object 44"/>
            <p:cNvPicPr/>
            <p:nvPr/>
          </p:nvPicPr>
          <p:blipFill>
            <a:blip r:embed="rId36"/>
            <a:stretch/>
          </p:blipFill>
          <p:spPr>
            <a:xfrm>
              <a:off x="3849840" y="3151440"/>
              <a:ext cx="3304800" cy="1352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2" name="object 45"/>
            <p:cNvPicPr/>
            <p:nvPr/>
          </p:nvPicPr>
          <p:blipFill>
            <a:blip r:embed="rId37"/>
            <a:stretch/>
          </p:blipFill>
          <p:spPr>
            <a:xfrm>
              <a:off x="3857760" y="3178440"/>
              <a:ext cx="185400" cy="13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3" name="object 46"/>
            <p:cNvPicPr/>
            <p:nvPr/>
          </p:nvPicPr>
          <p:blipFill>
            <a:blip r:embed="rId38"/>
            <a:stretch/>
          </p:blipFill>
          <p:spPr>
            <a:xfrm>
              <a:off x="3914640" y="3216240"/>
              <a:ext cx="75960" cy="1209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44" name="object 47"/>
          <p:cNvGrpSpPr/>
          <p:nvPr/>
        </p:nvGrpSpPr>
        <p:grpSpPr>
          <a:xfrm>
            <a:off x="7230960" y="3151440"/>
            <a:ext cx="4562280" cy="1364760"/>
            <a:chOff x="7230960" y="3151440"/>
            <a:chExt cx="4562280" cy="1364760"/>
          </a:xfrm>
        </p:grpSpPr>
        <p:pic>
          <p:nvPicPr>
            <p:cNvPr id="245" name="object 48"/>
            <p:cNvPicPr/>
            <p:nvPr/>
          </p:nvPicPr>
          <p:blipFill>
            <a:blip r:embed="rId39"/>
            <a:stretch/>
          </p:blipFill>
          <p:spPr>
            <a:xfrm>
              <a:off x="7238880" y="3178440"/>
              <a:ext cx="4537080" cy="13377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6" name="object 49"/>
            <p:cNvPicPr/>
            <p:nvPr/>
          </p:nvPicPr>
          <p:blipFill>
            <a:blip r:embed="rId40"/>
            <a:stretch/>
          </p:blipFill>
          <p:spPr>
            <a:xfrm>
              <a:off x="7230960" y="3151440"/>
              <a:ext cx="4562280" cy="13521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7" name="object 50"/>
            <p:cNvPicPr/>
            <p:nvPr/>
          </p:nvPicPr>
          <p:blipFill>
            <a:blip r:embed="rId41"/>
            <a:stretch/>
          </p:blipFill>
          <p:spPr>
            <a:xfrm>
              <a:off x="7238880" y="3178440"/>
              <a:ext cx="185400" cy="13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8" name="object 51"/>
            <p:cNvPicPr/>
            <p:nvPr/>
          </p:nvPicPr>
          <p:blipFill>
            <a:blip r:embed="rId42"/>
            <a:stretch/>
          </p:blipFill>
          <p:spPr>
            <a:xfrm>
              <a:off x="7296120" y="3216240"/>
              <a:ext cx="75960" cy="1209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49" name="object 52"/>
          <p:cNvGrpSpPr/>
          <p:nvPr/>
        </p:nvGrpSpPr>
        <p:grpSpPr>
          <a:xfrm>
            <a:off x="461160" y="4456440"/>
            <a:ext cx="11324880" cy="1431360"/>
            <a:chOff x="461160" y="4456440"/>
            <a:chExt cx="11324880" cy="1431360"/>
          </a:xfrm>
        </p:grpSpPr>
        <p:pic>
          <p:nvPicPr>
            <p:cNvPr id="250" name="object 53"/>
            <p:cNvPicPr/>
            <p:nvPr/>
          </p:nvPicPr>
          <p:blipFill>
            <a:blip r:embed="rId43"/>
            <a:stretch/>
          </p:blipFill>
          <p:spPr>
            <a:xfrm>
              <a:off x="476280" y="4483080"/>
              <a:ext cx="260388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1" name="object 54"/>
            <p:cNvPicPr/>
            <p:nvPr/>
          </p:nvPicPr>
          <p:blipFill>
            <a:blip r:embed="rId44"/>
            <a:stretch/>
          </p:blipFill>
          <p:spPr>
            <a:xfrm>
              <a:off x="468360" y="4456440"/>
              <a:ext cx="262836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2" name="object 55"/>
            <p:cNvPicPr/>
            <p:nvPr/>
          </p:nvPicPr>
          <p:blipFill>
            <a:blip r:embed="rId45"/>
            <a:stretch/>
          </p:blipFill>
          <p:spPr>
            <a:xfrm>
              <a:off x="466560" y="4826160"/>
              <a:ext cx="11308680" cy="1061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3" name="object 56"/>
            <p:cNvPicPr/>
            <p:nvPr/>
          </p:nvPicPr>
          <p:blipFill>
            <a:blip r:embed="rId46"/>
            <a:stretch/>
          </p:blipFill>
          <p:spPr>
            <a:xfrm>
              <a:off x="461160" y="4801320"/>
              <a:ext cx="11324880" cy="1076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54" name="object 57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ftr" idx="18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sldNum" idx="19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4EA149E4-0BDF-4668-B47D-EB70E8DB51C1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Current workflow</a:t>
            </a:r>
            <a:r>
              <a:rPr lang="en-IN" sz="2300" b="1" u="none" spc="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2300" b="1" u="none" spc="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pain</a:t>
            </a:r>
            <a:r>
              <a:rPr lang="en-IN" sz="2300" b="1" u="none" spc="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moment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8" name="object 59"/>
          <p:cNvSpPr/>
          <p:nvPr/>
        </p:nvSpPr>
        <p:spPr>
          <a:xfrm>
            <a:off x="993600" y="692640"/>
            <a:ext cx="479196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Show what happens today using areal recent occurrence—not a hypothetical future</a:t>
            </a:r>
            <a:r>
              <a:rPr lang="en-IN" sz="1050" b="0" u="none" spc="26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scenario.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object 60"/>
          <p:cNvSpPr/>
          <p:nvPr/>
        </p:nvSpPr>
        <p:spPr>
          <a:xfrm>
            <a:off x="8996400" y="36792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object 61"/>
          <p:cNvSpPr/>
          <p:nvPr/>
        </p:nvSpPr>
        <p:spPr>
          <a:xfrm>
            <a:off x="9964440" y="36792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object 62"/>
          <p:cNvSpPr/>
          <p:nvPr/>
        </p:nvSpPr>
        <p:spPr>
          <a:xfrm>
            <a:off x="10985760" y="367920"/>
            <a:ext cx="3722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DECIDE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object 63"/>
          <p:cNvSpPr/>
          <p:nvPr/>
        </p:nvSpPr>
        <p:spPr>
          <a:xfrm>
            <a:off x="710280" y="1917720"/>
            <a:ext cx="144360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issue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occurs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during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daily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city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operations.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object 64"/>
          <p:cNvSpPr/>
          <p:nvPr/>
        </p:nvSpPr>
        <p:spPr>
          <a:xfrm>
            <a:off x="3354840" y="1917720"/>
            <a:ext cx="192384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Authorities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receive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complaints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 information</a:t>
            </a:r>
            <a:r>
              <a:rPr lang="en-IN" sz="1200" b="0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through</a:t>
            </a:r>
            <a:r>
              <a:rPr lang="en-IN" sz="1200" b="0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field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staff,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</a:t>
            </a:r>
            <a:r>
              <a:rPr lang="en-IN" sz="12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reports,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12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public reports.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object 65"/>
          <p:cNvSpPr/>
          <p:nvPr/>
        </p:nvSpPr>
        <p:spPr>
          <a:xfrm>
            <a:off x="5999400" y="1917720"/>
            <a:ext cx="203976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Teams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manually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verify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the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location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collect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details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using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records,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calls,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field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object 66"/>
          <p:cNvSpPr/>
          <p:nvPr/>
        </p:nvSpPr>
        <p:spPr>
          <a:xfrm>
            <a:off x="8644320" y="1917720"/>
            <a:ext cx="188676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1200" b="0" u="none" spc="-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verification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can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take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time,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causing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delayed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response</a:t>
            </a:r>
            <a:r>
              <a:rPr lang="en-IN" sz="1200" b="0" u="none" spc="-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missed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or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incomplete</a:t>
            </a:r>
            <a:r>
              <a:rPr lang="en-IN" sz="120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information.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object 67"/>
          <p:cNvSpPr/>
          <p:nvPr/>
        </p:nvSpPr>
        <p:spPr>
          <a:xfrm>
            <a:off x="7491240" y="3666960"/>
            <a:ext cx="33440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4000"/>
              </a:lnSpc>
              <a:spcBef>
                <a:spcPts val="99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Continuous,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timely,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comprehensive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identification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issues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remains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difficult.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object 68"/>
          <p:cNvSpPr/>
          <p:nvPr/>
        </p:nvSpPr>
        <p:spPr>
          <a:xfrm>
            <a:off x="835920" y="1504080"/>
            <a:ext cx="10278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353160" algn="l"/>
              </a:tabLst>
            </a:pPr>
            <a:r>
              <a:rPr lang="en-IN" sz="1800" b="1" u="none" spc="-74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r>
              <a:rPr lang="en-IN" sz="1800" b="1" u="none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	</a:t>
            </a:r>
            <a:r>
              <a:rPr lang="en-IN" sz="14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TRIGGER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object 69"/>
          <p:cNvSpPr/>
          <p:nvPr/>
        </p:nvSpPr>
        <p:spPr>
          <a:xfrm>
            <a:off x="3480840" y="1506240"/>
            <a:ext cx="17085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353160" algn="l"/>
              </a:tabLst>
            </a:pPr>
            <a:r>
              <a:rPr lang="en-IN" sz="1800" b="1" u="none" spc="-74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r>
              <a:rPr lang="en-IN" sz="1800" b="1" u="none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	</a:t>
            </a:r>
            <a:r>
              <a:rPr lang="en-IN" sz="14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CURRENT</a:t>
            </a:r>
            <a:r>
              <a:rPr lang="en-IN" sz="14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4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ACTION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object 70"/>
          <p:cNvSpPr/>
          <p:nvPr/>
        </p:nvSpPr>
        <p:spPr>
          <a:xfrm>
            <a:off x="6125040" y="1506240"/>
            <a:ext cx="15807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353160" algn="l"/>
              </a:tabLst>
            </a:pPr>
            <a:r>
              <a:rPr lang="en-IN" sz="1800" b="1" u="none" spc="-74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r>
              <a:rPr lang="en-IN" sz="1800" b="1" u="none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	</a:t>
            </a:r>
            <a:r>
              <a:rPr lang="en-IN" sz="14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WORK</a:t>
            </a:r>
            <a:r>
              <a:rPr lang="en-IN" sz="140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4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AROUND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object 71"/>
          <p:cNvSpPr/>
          <p:nvPr/>
        </p:nvSpPr>
        <p:spPr>
          <a:xfrm>
            <a:off x="8769960" y="1506240"/>
            <a:ext cx="1695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  <a:tabLst>
                <a:tab pos="353160" algn="l"/>
              </a:tabLst>
            </a:pPr>
            <a:r>
              <a:rPr lang="en-IN" sz="1800" b="1" u="none" spc="-74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r>
              <a:rPr lang="en-IN" sz="1800" b="1" u="none" strike="noStrike" baseline="4000">
                <a:solidFill>
                  <a:srgbClr val="FFFFFF"/>
                </a:solidFill>
                <a:effectLst/>
                <a:uFillTx/>
                <a:latin typeface="Calibri"/>
              </a:rPr>
              <a:t>	</a:t>
            </a:r>
            <a:r>
              <a:rPr lang="en-IN" sz="14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OUTCOME</a:t>
            </a:r>
            <a:r>
              <a:rPr lang="en-IN" sz="140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4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40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40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PAIN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object 72"/>
          <p:cNvSpPr/>
          <p:nvPr/>
        </p:nvSpPr>
        <p:spPr>
          <a:xfrm>
            <a:off x="719280" y="3315600"/>
            <a:ext cx="271296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3924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LAST</a:t>
            </a:r>
            <a:r>
              <a:rPr lang="en-IN" sz="1250" b="1" u="none" spc="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REAL</a:t>
            </a:r>
            <a:r>
              <a:rPr lang="en-IN" sz="1250" b="1" u="none" spc="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OCCURRENCE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429"/>
              </a:lnSpc>
              <a:spcBef>
                <a:spcPts val="105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Recent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damage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incidents</a:t>
            </a:r>
            <a:r>
              <a:rPr lang="en-IN" sz="1200" b="0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are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typically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reported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through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complaints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or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field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observations.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04"/>
              </a:spcBef>
            </a:pPr>
            <a:r>
              <a:rPr lang="en-IN" sz="12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: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E01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–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Problem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Statement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26124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object 73"/>
          <p:cNvSpPr/>
          <p:nvPr/>
        </p:nvSpPr>
        <p:spPr>
          <a:xfrm>
            <a:off x="4105440" y="3230280"/>
            <a:ext cx="2166120" cy="93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spAutoFit/>
          </a:bodyPr>
          <a:p>
            <a:pPr marL="39960">
              <a:lnSpc>
                <a:spcPct val="100000"/>
              </a:lnSpc>
              <a:spcBef>
                <a:spcPts val="799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WHAT</a:t>
            </a:r>
            <a:r>
              <a:rPr lang="en-IN" sz="125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WORKS</a:t>
            </a:r>
            <a:r>
              <a:rPr lang="en-IN" sz="12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TODAY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429"/>
              </a:lnSpc>
              <a:spcBef>
                <a:spcPts val="694"/>
              </a:spcBef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systems,</a:t>
            </a:r>
            <a:r>
              <a:rPr lang="en-IN" sz="120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field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inspections,</a:t>
            </a:r>
            <a:r>
              <a:rPr lang="en-IN" sz="12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 traffic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monitoring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provide</a:t>
            </a:r>
            <a:r>
              <a:rPr lang="en-IN" sz="1200" b="0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useful</a:t>
            </a:r>
            <a:r>
              <a:rPr lang="en-IN" sz="1200" b="0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information.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object 74"/>
          <p:cNvSpPr/>
          <p:nvPr/>
        </p:nvSpPr>
        <p:spPr>
          <a:xfrm>
            <a:off x="7518960" y="3315600"/>
            <a:ext cx="19072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WHAT</a:t>
            </a:r>
            <a:r>
              <a:rPr lang="en-IN" sz="12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REMAINS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UNSOLVED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object 75"/>
          <p:cNvSpPr/>
          <p:nvPr/>
        </p:nvSpPr>
        <p:spPr>
          <a:xfrm>
            <a:off x="709200" y="4536000"/>
            <a:ext cx="10052280" cy="16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VALIDATED</a:t>
            </a:r>
            <a:r>
              <a:rPr lang="en-IN" sz="1100" b="1" u="none" spc="210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PROBLEM</a:t>
            </a:r>
            <a:r>
              <a:rPr lang="en-IN" sz="1100" b="1" u="none" spc="204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006D74"/>
                </a:solidFill>
                <a:effectLst/>
                <a:uFillTx/>
                <a:latin typeface="Calibri"/>
              </a:rPr>
              <a:t>STATEMENT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6800">
              <a:lnSpc>
                <a:spcPct val="100000"/>
              </a:lnSpc>
            </a:pP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Urban</a:t>
            </a:r>
            <a:r>
              <a:rPr lang="en-IN" sz="150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transport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municipal</a:t>
            </a:r>
            <a:r>
              <a:rPr lang="en-IN" sz="150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authorities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struggle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to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identify</a:t>
            </a:r>
            <a:r>
              <a:rPr lang="en-IN" sz="150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respond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to</a:t>
            </a:r>
            <a:r>
              <a:rPr lang="en-IN" sz="150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road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traffic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issues</a:t>
            </a:r>
            <a:r>
              <a:rPr lang="en-IN" sz="150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promptly</a:t>
            </a:r>
            <a:r>
              <a:rPr lang="en-IN" sz="1500" b="1" u="none" spc="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because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information</a:t>
            </a:r>
            <a:r>
              <a:rPr lang="en-IN" sz="1500" b="1" u="none" spc="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is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often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dependent</a:t>
            </a:r>
            <a:r>
              <a:rPr lang="en-IN" sz="1500" b="1" u="none" spc="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on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manual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reporting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500" b="1" u="none" spc="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field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verification,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resulting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in</a:t>
            </a:r>
            <a:r>
              <a:rPr lang="en-IN" sz="1500" b="1" u="none" spc="7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delays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incomplete</a:t>
            </a:r>
            <a:r>
              <a:rPr lang="en-IN" sz="1500" b="1" u="none" spc="7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5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situational awareness.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91200">
              <a:lnSpc>
                <a:spcPct val="100000"/>
              </a:lnSpc>
            </a:pP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Solution-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language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check: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statement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must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remain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true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even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if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team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later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selects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different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technology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or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</a:t>
            </a:r>
            <a:r>
              <a:rPr lang="en-IN" sz="1050" b="0" i="1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process-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only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intervention.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object 2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6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6" name="object 3"/>
          <p:cNvGrpSpPr/>
          <p:nvPr/>
        </p:nvGrpSpPr>
        <p:grpSpPr>
          <a:xfrm>
            <a:off x="0" y="0"/>
            <a:ext cx="223560" cy="6857640"/>
            <a:chOff x="0" y="0"/>
            <a:chExt cx="223560" cy="6857640"/>
          </a:xfrm>
        </p:grpSpPr>
        <p:pic>
          <p:nvPicPr>
            <p:cNvPr id="277" name="object 4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223560" cy="6857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8" name="object 5"/>
            <p:cNvPicPr/>
            <p:nvPr/>
          </p:nvPicPr>
          <p:blipFill>
            <a:blip r:embed="rId2"/>
            <a:stretch/>
          </p:blipFill>
          <p:spPr>
            <a:xfrm>
              <a:off x="9360" y="0"/>
              <a:ext cx="161640" cy="6848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79" name="object 6"/>
          <p:cNvGrpSpPr/>
          <p:nvPr/>
        </p:nvGrpSpPr>
        <p:grpSpPr>
          <a:xfrm>
            <a:off x="361800" y="228600"/>
            <a:ext cx="585360" cy="585360"/>
            <a:chOff x="361800" y="228600"/>
            <a:chExt cx="585360" cy="585360"/>
          </a:xfrm>
        </p:grpSpPr>
        <p:pic>
          <p:nvPicPr>
            <p:cNvPr id="280" name="object 7"/>
            <p:cNvPicPr/>
            <p:nvPr/>
          </p:nvPicPr>
          <p:blipFill>
            <a:blip r:embed="rId3"/>
            <a:stretch/>
          </p:blipFill>
          <p:spPr>
            <a:xfrm>
              <a:off x="361800" y="228600"/>
              <a:ext cx="585360" cy="585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1" name="object 8"/>
            <p:cNvPicPr/>
            <p:nvPr/>
          </p:nvPicPr>
          <p:blipFill>
            <a:blip r:embed="rId4"/>
            <a:stretch/>
          </p:blipFill>
          <p:spPr>
            <a:xfrm>
              <a:off x="419040" y="266760"/>
              <a:ext cx="475920" cy="47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82" name="object 9"/>
          <p:cNvGrpSpPr/>
          <p:nvPr/>
        </p:nvGrpSpPr>
        <p:grpSpPr>
          <a:xfrm>
            <a:off x="8737200" y="222120"/>
            <a:ext cx="2924280" cy="429840"/>
            <a:chOff x="8737200" y="222120"/>
            <a:chExt cx="2924280" cy="429840"/>
          </a:xfrm>
        </p:grpSpPr>
        <p:pic>
          <p:nvPicPr>
            <p:cNvPr id="283" name="object 10"/>
            <p:cNvPicPr/>
            <p:nvPr/>
          </p:nvPicPr>
          <p:blipFill>
            <a:blip r:embed="rId5"/>
            <a:stretch/>
          </p:blipFill>
          <p:spPr>
            <a:xfrm>
              <a:off x="874404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4" name="object 11"/>
            <p:cNvPicPr/>
            <p:nvPr/>
          </p:nvPicPr>
          <p:blipFill>
            <a:blip r:embed="rId6"/>
            <a:stretch/>
          </p:blipFill>
          <p:spPr>
            <a:xfrm>
              <a:off x="873720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5" name="object 12"/>
            <p:cNvPicPr/>
            <p:nvPr/>
          </p:nvPicPr>
          <p:blipFill>
            <a:blip r:embed="rId7"/>
            <a:stretch/>
          </p:blipFill>
          <p:spPr>
            <a:xfrm>
              <a:off x="969660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6" name="object 13"/>
            <p:cNvPicPr/>
            <p:nvPr/>
          </p:nvPicPr>
          <p:blipFill>
            <a:blip r:embed="rId8"/>
            <a:stretch/>
          </p:blipFill>
          <p:spPr>
            <a:xfrm>
              <a:off x="968976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7" name="object 14"/>
            <p:cNvPicPr/>
            <p:nvPr/>
          </p:nvPicPr>
          <p:blipFill>
            <a:blip r:embed="rId9"/>
            <a:stretch/>
          </p:blipFill>
          <p:spPr>
            <a:xfrm>
              <a:off x="1065852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8" name="object 15"/>
            <p:cNvPicPr/>
            <p:nvPr/>
          </p:nvPicPr>
          <p:blipFill>
            <a:blip r:embed="rId10"/>
            <a:stretch/>
          </p:blipFill>
          <p:spPr>
            <a:xfrm>
              <a:off x="1065204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89" name="object 16"/>
          <p:cNvPicPr/>
          <p:nvPr/>
        </p:nvPicPr>
        <p:blipFill>
          <a:blip r:embed="rId11"/>
          <a:stretch/>
        </p:blipFill>
        <p:spPr>
          <a:xfrm>
            <a:off x="361800" y="6458040"/>
            <a:ext cx="1145340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object 17"/>
          <p:cNvPicPr/>
          <p:nvPr/>
        </p:nvPicPr>
        <p:blipFill>
          <a:blip r:embed="rId12"/>
          <a:stretch/>
        </p:blipFill>
        <p:spPr>
          <a:xfrm>
            <a:off x="460440" y="1118880"/>
            <a:ext cx="11296440" cy="244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1" name="object 18"/>
          <p:cNvGrpSpPr/>
          <p:nvPr/>
        </p:nvGrpSpPr>
        <p:grpSpPr>
          <a:xfrm>
            <a:off x="468360" y="3754440"/>
            <a:ext cx="3409560" cy="1803240"/>
            <a:chOff x="468360" y="3754440"/>
            <a:chExt cx="3409560" cy="1803240"/>
          </a:xfrm>
        </p:grpSpPr>
        <p:pic>
          <p:nvPicPr>
            <p:cNvPr id="292" name="object 19"/>
            <p:cNvPicPr/>
            <p:nvPr/>
          </p:nvPicPr>
          <p:blipFill>
            <a:blip r:embed="rId13"/>
            <a:stretch/>
          </p:blipFill>
          <p:spPr>
            <a:xfrm>
              <a:off x="476280" y="3781440"/>
              <a:ext cx="3385800" cy="177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3" name="object 20"/>
            <p:cNvPicPr/>
            <p:nvPr/>
          </p:nvPicPr>
          <p:blipFill>
            <a:blip r:embed="rId14"/>
            <a:stretch/>
          </p:blipFill>
          <p:spPr>
            <a:xfrm>
              <a:off x="468360" y="3754440"/>
              <a:ext cx="3409560" cy="179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4" name="object 21"/>
            <p:cNvPicPr/>
            <p:nvPr/>
          </p:nvPicPr>
          <p:blipFill>
            <a:blip r:embed="rId15"/>
            <a:stretch/>
          </p:blipFill>
          <p:spPr>
            <a:xfrm>
              <a:off x="476280" y="3781440"/>
              <a:ext cx="175680" cy="17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5" name="object 22"/>
            <p:cNvPicPr/>
            <p:nvPr/>
          </p:nvPicPr>
          <p:blipFill>
            <a:blip r:embed="rId16"/>
            <a:stretch/>
          </p:blipFill>
          <p:spPr>
            <a:xfrm>
              <a:off x="533520" y="3819600"/>
              <a:ext cx="66240" cy="1647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6" name="object 23"/>
          <p:cNvGrpSpPr/>
          <p:nvPr/>
        </p:nvGrpSpPr>
        <p:grpSpPr>
          <a:xfrm>
            <a:off x="3973680" y="3754440"/>
            <a:ext cx="3419280" cy="1803240"/>
            <a:chOff x="3973680" y="3754440"/>
            <a:chExt cx="3419280" cy="1803240"/>
          </a:xfrm>
        </p:grpSpPr>
        <p:pic>
          <p:nvPicPr>
            <p:cNvPr id="297" name="object 24"/>
            <p:cNvPicPr/>
            <p:nvPr/>
          </p:nvPicPr>
          <p:blipFill>
            <a:blip r:embed="rId17"/>
            <a:stretch/>
          </p:blipFill>
          <p:spPr>
            <a:xfrm>
              <a:off x="3981600" y="3781440"/>
              <a:ext cx="3393000" cy="177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8" name="object 25"/>
            <p:cNvPicPr/>
            <p:nvPr/>
          </p:nvPicPr>
          <p:blipFill>
            <a:blip r:embed="rId18"/>
            <a:stretch/>
          </p:blipFill>
          <p:spPr>
            <a:xfrm>
              <a:off x="3973680" y="3754440"/>
              <a:ext cx="3419280" cy="179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9" name="object 26"/>
            <p:cNvPicPr/>
            <p:nvPr/>
          </p:nvPicPr>
          <p:blipFill>
            <a:blip r:embed="rId19"/>
            <a:stretch/>
          </p:blipFill>
          <p:spPr>
            <a:xfrm>
              <a:off x="3981600" y="3781440"/>
              <a:ext cx="185400" cy="17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0" name="object 27"/>
            <p:cNvPicPr/>
            <p:nvPr/>
          </p:nvPicPr>
          <p:blipFill>
            <a:blip r:embed="rId20"/>
            <a:stretch/>
          </p:blipFill>
          <p:spPr>
            <a:xfrm>
              <a:off x="4038480" y="3819600"/>
              <a:ext cx="75960" cy="1647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01" name="object 28"/>
          <p:cNvGrpSpPr/>
          <p:nvPr/>
        </p:nvGrpSpPr>
        <p:grpSpPr>
          <a:xfrm>
            <a:off x="7488360" y="3754440"/>
            <a:ext cx="4276440" cy="1803240"/>
            <a:chOff x="7488360" y="3754440"/>
            <a:chExt cx="4276440" cy="1803240"/>
          </a:xfrm>
        </p:grpSpPr>
        <p:pic>
          <p:nvPicPr>
            <p:cNvPr id="302" name="object 29"/>
            <p:cNvPicPr/>
            <p:nvPr/>
          </p:nvPicPr>
          <p:blipFill>
            <a:blip r:embed="rId21"/>
            <a:stretch/>
          </p:blipFill>
          <p:spPr>
            <a:xfrm>
              <a:off x="7496280" y="3781440"/>
              <a:ext cx="4252680" cy="177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3" name="object 30"/>
            <p:cNvPicPr/>
            <p:nvPr/>
          </p:nvPicPr>
          <p:blipFill>
            <a:blip r:embed="rId22"/>
            <a:stretch/>
          </p:blipFill>
          <p:spPr>
            <a:xfrm>
              <a:off x="7488360" y="3754440"/>
              <a:ext cx="4276440" cy="1790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4" name="object 31"/>
            <p:cNvPicPr/>
            <p:nvPr/>
          </p:nvPicPr>
          <p:blipFill>
            <a:blip r:embed="rId23"/>
            <a:stretch/>
          </p:blipFill>
          <p:spPr>
            <a:xfrm>
              <a:off x="7496280" y="3781440"/>
              <a:ext cx="185400" cy="1756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5" name="object 32"/>
            <p:cNvPicPr/>
            <p:nvPr/>
          </p:nvPicPr>
          <p:blipFill>
            <a:blip r:embed="rId24"/>
            <a:stretch/>
          </p:blipFill>
          <p:spPr>
            <a:xfrm>
              <a:off x="7553160" y="3819600"/>
              <a:ext cx="75960" cy="16473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06" name="object 33"/>
          <p:cNvGrpSpPr/>
          <p:nvPr/>
        </p:nvGrpSpPr>
        <p:grpSpPr>
          <a:xfrm>
            <a:off x="468360" y="5621400"/>
            <a:ext cx="11296440" cy="593280"/>
            <a:chOff x="468360" y="5621400"/>
            <a:chExt cx="11296440" cy="593280"/>
          </a:xfrm>
        </p:grpSpPr>
        <p:pic>
          <p:nvPicPr>
            <p:cNvPr id="307" name="object 34"/>
            <p:cNvPicPr/>
            <p:nvPr/>
          </p:nvPicPr>
          <p:blipFill>
            <a:blip r:embed="rId25"/>
            <a:stretch/>
          </p:blipFill>
          <p:spPr>
            <a:xfrm>
              <a:off x="476280" y="5648400"/>
              <a:ext cx="11272320" cy="566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8" name="object 35"/>
            <p:cNvPicPr/>
            <p:nvPr/>
          </p:nvPicPr>
          <p:blipFill>
            <a:blip r:embed="rId26"/>
            <a:stretch/>
          </p:blipFill>
          <p:spPr>
            <a:xfrm>
              <a:off x="468360" y="5621400"/>
              <a:ext cx="11296440" cy="5806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09" name="object 36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ftr" idx="20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sldNum" idx="21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3AEA014F-2EF3-45EC-A2D8-7305881ABE89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Customer validation plan and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coverage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3" name="object 38"/>
          <p:cNvSpPr/>
          <p:nvPr/>
        </p:nvSpPr>
        <p:spPr>
          <a:xfrm>
            <a:off x="573120" y="3085560"/>
            <a:ext cx="15174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Other</a:t>
            </a:r>
            <a:r>
              <a:rPr lang="en-IN" sz="1050" b="0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affected</a:t>
            </a:r>
            <a:r>
              <a:rPr lang="en-IN" sz="1050" b="0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stakeholder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object 39"/>
          <p:cNvSpPr/>
          <p:nvPr/>
        </p:nvSpPr>
        <p:spPr>
          <a:xfrm>
            <a:off x="2729160" y="3085560"/>
            <a:ext cx="107208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1-2</a:t>
            </a:r>
            <a:r>
              <a:rPr lang="en-IN" sz="1050" b="0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where</a:t>
            </a:r>
            <a:r>
              <a:rPr lang="en-IN" sz="1050" b="0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relevant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object 40"/>
          <p:cNvSpPr/>
          <p:nvPr/>
        </p:nvSpPr>
        <p:spPr>
          <a:xfrm>
            <a:off x="2729160" y="1837800"/>
            <a:ext cx="12974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3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New: 4+ | Continue: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3+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fre</a:t>
            </a:r>
            <a:r>
              <a:rPr lang="en-IN" sz="105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sh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object 41"/>
          <p:cNvSpPr/>
          <p:nvPr/>
        </p:nvSpPr>
        <p:spPr>
          <a:xfrm>
            <a:off x="4406400" y="3085560"/>
            <a:ext cx="12564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Interview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shadowing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object 42"/>
          <p:cNvSpPr/>
          <p:nvPr/>
        </p:nvSpPr>
        <p:spPr>
          <a:xfrm>
            <a:off x="4406400" y="1837800"/>
            <a:ext cx="141948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3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Interview</a:t>
            </a:r>
            <a:r>
              <a:rPr lang="en-IN" sz="1050" b="0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+</a:t>
            </a:r>
            <a:r>
              <a:rPr lang="en-IN" sz="1050" b="0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observation</a:t>
            </a:r>
            <a:r>
              <a:rPr lang="en-IN" sz="1050" b="0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walkthrough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object 43"/>
          <p:cNvSpPr/>
          <p:nvPr/>
        </p:nvSpPr>
        <p:spPr>
          <a:xfrm>
            <a:off x="993600" y="692640"/>
            <a:ext cx="65203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Plan purposefu levidence collection .Quality diversity and relevance matter more than collecting</a:t>
            </a:r>
            <a:r>
              <a:rPr lang="en-IN" sz="1050" b="0" u="none" spc="113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many</a:t>
            </a:r>
            <a:r>
              <a:rPr lang="en-IN" sz="1050" b="0" u="none" spc="119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convenient</a:t>
            </a:r>
            <a:r>
              <a:rPr lang="en-IN" sz="1050" b="0" u="none" spc="119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responses.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object 44"/>
          <p:cNvSpPr/>
          <p:nvPr/>
        </p:nvSpPr>
        <p:spPr>
          <a:xfrm>
            <a:off x="6418440" y="3085560"/>
            <a:ext cx="19281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Challenges</a:t>
            </a:r>
            <a:r>
              <a:rPr lang="en-IN" sz="10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one-sided</a:t>
            </a:r>
            <a:r>
              <a:rPr lang="en-IN" sz="1050" b="0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assumptions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object 45"/>
          <p:cNvSpPr/>
          <p:nvPr/>
        </p:nvSpPr>
        <p:spPr>
          <a:xfrm>
            <a:off x="10251720" y="3085560"/>
            <a:ext cx="3355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[E_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_]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object 46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object 47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object 48"/>
          <p:cNvSpPr/>
          <p:nvPr/>
        </p:nvSpPr>
        <p:spPr>
          <a:xfrm>
            <a:off x="10983240" y="306000"/>
            <a:ext cx="424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</a:t>
            </a:r>
            <a:r>
              <a:rPr lang="en-IN" sz="900" b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CID </a:t>
            </a:r>
            <a:r>
              <a:rPr lang="en-IN" sz="900" b="1" u="none" spc="-51" strike="noStrike">
                <a:solidFill>
                  <a:srgbClr val="7B868E"/>
                </a:solidFill>
                <a:effectLst/>
                <a:uFillTx/>
                <a:latin typeface="Calibri"/>
              </a:rPr>
              <a:t>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object 49"/>
          <p:cNvSpPr/>
          <p:nvPr/>
        </p:nvSpPr>
        <p:spPr>
          <a:xfrm>
            <a:off x="573120" y="1341720"/>
            <a:ext cx="112356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Stakeholder</a:t>
            </a:r>
            <a:r>
              <a:rPr lang="en-IN" sz="1100" b="1" u="none" spc="7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group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object 50"/>
          <p:cNvSpPr/>
          <p:nvPr/>
        </p:nvSpPr>
        <p:spPr>
          <a:xfrm>
            <a:off x="719280" y="4307760"/>
            <a:ext cx="29631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ts val="1295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NEW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PROJECT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281"/>
              </a:lnSpc>
              <a:spcBef>
                <a:spcPts val="54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6+</a:t>
            </a:r>
            <a:r>
              <a:rPr lang="en-IN" sz="1100" b="0" u="none" spc="7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meaningful</a:t>
            </a:r>
            <a:r>
              <a:rPr lang="en-IN" sz="1100" b="0" u="none" spc="7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conversations,</a:t>
            </a:r>
            <a:r>
              <a:rPr lang="en-IN" sz="1100" b="0" u="none" spc="7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including</a:t>
            </a:r>
            <a:r>
              <a:rPr lang="en-IN" sz="1100" b="0" u="none" spc="8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4+</a:t>
            </a:r>
            <a:r>
              <a:rPr lang="en-IN" sz="1100" b="0" u="none" spc="7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primary users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object 51"/>
          <p:cNvSpPr/>
          <p:nvPr/>
        </p:nvSpPr>
        <p:spPr>
          <a:xfrm>
            <a:off x="2729160" y="1341720"/>
            <a:ext cx="12708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Planned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completed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object 52"/>
          <p:cNvSpPr/>
          <p:nvPr/>
        </p:nvSpPr>
        <p:spPr>
          <a:xfrm>
            <a:off x="4406400" y="1341720"/>
            <a:ext cx="53496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</a:t>
            </a:r>
            <a:r>
              <a:rPr lang="en-IN" sz="1100" b="1" u="none" spc="3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thod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object 53"/>
          <p:cNvSpPr/>
          <p:nvPr/>
        </p:nvSpPr>
        <p:spPr>
          <a:xfrm>
            <a:off x="6418440" y="1341720"/>
            <a:ext cx="14302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this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group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matters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object 54"/>
          <p:cNvSpPr/>
          <p:nvPr/>
        </p:nvSpPr>
        <p:spPr>
          <a:xfrm>
            <a:off x="737640" y="5754960"/>
            <a:ext cx="761472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folder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link: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[One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view-only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folder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containing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notes,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observations,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permitted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images,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records,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calculations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100" b="0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references]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object 55"/>
          <p:cNvSpPr/>
          <p:nvPr/>
        </p:nvSpPr>
        <p:spPr>
          <a:xfrm>
            <a:off x="10251720" y="1341720"/>
            <a:ext cx="77292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Evidence</a:t>
            </a:r>
            <a:r>
              <a:rPr lang="en-IN" sz="1100" b="1" u="none" spc="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IDs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object 56"/>
          <p:cNvSpPr/>
          <p:nvPr/>
        </p:nvSpPr>
        <p:spPr>
          <a:xfrm>
            <a:off x="573120" y="1932840"/>
            <a:ext cx="1019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Primary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end</a:t>
            </a:r>
            <a:r>
              <a:rPr lang="en-IN" sz="10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users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object 57"/>
          <p:cNvSpPr/>
          <p:nvPr/>
        </p:nvSpPr>
        <p:spPr>
          <a:xfrm>
            <a:off x="573120" y="2509560"/>
            <a:ext cx="1442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Approver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buyer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owner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object 58"/>
          <p:cNvSpPr/>
          <p:nvPr/>
        </p:nvSpPr>
        <p:spPr>
          <a:xfrm>
            <a:off x="2729160" y="2509560"/>
            <a:ext cx="2023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1-</a:t>
            </a:r>
            <a:r>
              <a:rPr lang="en-IN" sz="105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2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object 59"/>
          <p:cNvSpPr/>
          <p:nvPr/>
        </p:nvSpPr>
        <p:spPr>
          <a:xfrm>
            <a:off x="4406400" y="2509560"/>
            <a:ext cx="14310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Interview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record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review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object 60"/>
          <p:cNvSpPr/>
          <p:nvPr/>
        </p:nvSpPr>
        <p:spPr>
          <a:xfrm>
            <a:off x="6418440" y="1932840"/>
            <a:ext cx="186408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They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directly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experience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pain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object 61"/>
          <p:cNvSpPr/>
          <p:nvPr/>
        </p:nvSpPr>
        <p:spPr>
          <a:xfrm>
            <a:off x="6418440" y="2509560"/>
            <a:ext cx="2684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Tests</a:t>
            </a:r>
            <a:r>
              <a:rPr lang="en-IN" sz="10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value,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permission</a:t>
            </a:r>
            <a:r>
              <a:rPr lang="en-IN" sz="10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adoption</a:t>
            </a:r>
            <a:r>
              <a:rPr lang="en-IN" sz="1050" b="0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conditions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object 62"/>
          <p:cNvSpPr/>
          <p:nvPr/>
        </p:nvSpPr>
        <p:spPr>
          <a:xfrm>
            <a:off x="10251720" y="2509560"/>
            <a:ext cx="335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[E_</a:t>
            </a:r>
            <a:r>
              <a:rPr lang="en-IN" sz="105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_]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object 63"/>
          <p:cNvSpPr/>
          <p:nvPr/>
        </p:nvSpPr>
        <p:spPr>
          <a:xfrm>
            <a:off x="10251720" y="1932840"/>
            <a:ext cx="55152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[E01-E</a:t>
            </a:r>
            <a:r>
              <a:rPr lang="en-IN" sz="1050" b="0" u="sng" spc="264" strike="noStrike">
                <a:solidFill>
                  <a:srgbClr val="4E5B61"/>
                </a:solidFill>
                <a:effectLst/>
                <a:uFill>
                  <a:solidFill>
                    <a:srgbClr val="4D5A60"/>
                  </a:solidFill>
                </a:uFill>
                <a:latin typeface="Times New Roman"/>
              </a:rPr>
              <a:t>  </a:t>
            </a:r>
            <a:r>
              <a:rPr lang="en-IN" sz="105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object 64"/>
          <p:cNvSpPr/>
          <p:nvPr/>
        </p:nvSpPr>
        <p:spPr>
          <a:xfrm>
            <a:off x="746640" y="3999240"/>
            <a:ext cx="19472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MINIMUM</a:t>
            </a:r>
            <a:r>
              <a:rPr lang="en-IN" sz="1250" b="1" u="none" spc="5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r>
              <a:rPr lang="en-IN" sz="1250" b="1" u="none" spc="5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FLOOR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object 65"/>
          <p:cNvSpPr/>
          <p:nvPr/>
        </p:nvSpPr>
        <p:spPr>
          <a:xfrm>
            <a:off x="719280" y="4965840"/>
            <a:ext cx="283680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ts val="1301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CONTINUING</a:t>
            </a:r>
            <a:r>
              <a:rPr lang="en-IN" sz="110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PROJECT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301"/>
              </a:lnSpc>
            </a:pPr>
            <a:r>
              <a:rPr lang="en-IN" sz="1100" b="0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4+freshconversations,including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3+</a:t>
            </a:r>
            <a:r>
              <a:rPr lang="en-IN" sz="11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primary</a:t>
            </a:r>
            <a:r>
              <a:rPr lang="en-IN" sz="11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users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object 66"/>
          <p:cNvSpPr/>
          <p:nvPr/>
        </p:nvSpPr>
        <p:spPr>
          <a:xfrm>
            <a:off x="4233240" y="3999240"/>
            <a:ext cx="286272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3996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METHOD</a:t>
            </a:r>
            <a:r>
              <a:rPr lang="en-IN" sz="1250" b="1" u="none" spc="5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MIX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395"/>
              </a:lnSpc>
              <a:spcBef>
                <a:spcPts val="859"/>
              </a:spcBef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Problem</a:t>
            </a:r>
            <a:r>
              <a:rPr lang="en-IN" sz="1200" b="0" u="none" spc="-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interviews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349"/>
              </a:lnSpc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Direct</a:t>
            </a:r>
            <a:r>
              <a:rPr lang="en-IN" sz="1200" b="0" u="none" spc="-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observation</a:t>
            </a:r>
            <a:r>
              <a:rPr lang="en-IN" sz="1200" b="0" u="none" spc="-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workflow</a:t>
            </a:r>
            <a:r>
              <a:rPr lang="en-IN" sz="1200" b="0" u="none" spc="-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walkthrough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375"/>
              </a:lnSpc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</a:t>
            </a:r>
            <a:r>
              <a:rPr lang="en-IN" sz="1200" b="0" u="none" spc="-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records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200" b="0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measurements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420"/>
              </a:lnSpc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Relevant secondary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sources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object 67"/>
          <p:cNvSpPr/>
          <p:nvPr/>
        </p:nvSpPr>
        <p:spPr>
          <a:xfrm>
            <a:off x="7747560" y="3999240"/>
            <a:ext cx="278712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3996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SAMPLE</a:t>
            </a:r>
            <a:r>
              <a:rPr lang="en-IN" sz="12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2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ETHICS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CHECK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395"/>
              </a:lnSpc>
              <a:spcBef>
                <a:spcPts val="859"/>
              </a:spcBef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only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friends</a:t>
            </a:r>
            <a:r>
              <a:rPr lang="en-IN" sz="1200" b="0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20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classmates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349"/>
              </a:lnSpc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Include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disagreement</a:t>
            </a:r>
            <a:r>
              <a:rPr lang="en-IN" sz="12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variation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375"/>
              </a:lnSpc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Consent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permission</a:t>
            </a:r>
            <a:r>
              <a:rPr lang="en-IN" sz="1200" b="0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recorded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4600" indent="-162000">
              <a:lnSpc>
                <a:spcPts val="1420"/>
              </a:lnSpc>
              <a:buClr>
                <a:srgbClr val="4E5B61"/>
              </a:buClr>
              <a:buFont typeface="Kepler Std Light Cn Disp"/>
              <a:buChar char="☐"/>
              <a:tabLst>
                <a:tab pos="174600" algn="l"/>
              </a:tabLst>
            </a:pPr>
            <a:r>
              <a:rPr lang="en-IN" sz="12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Sensitive data minimized and </a:t>
            </a:r>
            <a:r>
              <a:rPr lang="en-IN" sz="12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anonymized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object 2"/>
          <p:cNvGrpSpPr/>
          <p:nvPr/>
        </p:nvGrpSpPr>
        <p:grpSpPr>
          <a:xfrm>
            <a:off x="467640" y="1105920"/>
            <a:ext cx="2609640" cy="1679760"/>
            <a:chOff x="467640" y="1105920"/>
            <a:chExt cx="2609640" cy="1679760"/>
          </a:xfrm>
        </p:grpSpPr>
        <p:pic>
          <p:nvPicPr>
            <p:cNvPr id="344" name="object 3"/>
            <p:cNvPicPr/>
            <p:nvPr/>
          </p:nvPicPr>
          <p:blipFill>
            <a:blip r:embed="rId1"/>
            <a:stretch/>
          </p:blipFill>
          <p:spPr>
            <a:xfrm>
              <a:off x="476280" y="1133280"/>
              <a:ext cx="2585880" cy="1652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5" name="object 4"/>
            <p:cNvPicPr/>
            <p:nvPr/>
          </p:nvPicPr>
          <p:blipFill>
            <a:blip r:embed="rId2"/>
            <a:stretch/>
          </p:blipFill>
          <p:spPr>
            <a:xfrm>
              <a:off x="467640" y="1105920"/>
              <a:ext cx="2609640" cy="16664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46" name="object 5"/>
          <p:cNvGrpSpPr/>
          <p:nvPr/>
        </p:nvGrpSpPr>
        <p:grpSpPr>
          <a:xfrm>
            <a:off x="3115800" y="1105920"/>
            <a:ext cx="2609640" cy="1679760"/>
            <a:chOff x="3115800" y="1105920"/>
            <a:chExt cx="2609640" cy="1679760"/>
          </a:xfrm>
        </p:grpSpPr>
        <p:pic>
          <p:nvPicPr>
            <p:cNvPr id="347" name="object 6"/>
            <p:cNvPicPr/>
            <p:nvPr/>
          </p:nvPicPr>
          <p:blipFill>
            <a:blip r:embed="rId3"/>
            <a:stretch/>
          </p:blipFill>
          <p:spPr>
            <a:xfrm>
              <a:off x="3124080" y="1133280"/>
              <a:ext cx="2585880" cy="1652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8" name="object 7"/>
            <p:cNvPicPr/>
            <p:nvPr/>
          </p:nvPicPr>
          <p:blipFill>
            <a:blip r:embed="rId4"/>
            <a:stretch/>
          </p:blipFill>
          <p:spPr>
            <a:xfrm>
              <a:off x="3115800" y="1105920"/>
              <a:ext cx="2609640" cy="16664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49" name="object 8"/>
          <p:cNvGrpSpPr/>
          <p:nvPr/>
        </p:nvGrpSpPr>
        <p:grpSpPr>
          <a:xfrm>
            <a:off x="5763600" y="1105920"/>
            <a:ext cx="2619000" cy="1679760"/>
            <a:chOff x="5763600" y="1105920"/>
            <a:chExt cx="2619000" cy="1679760"/>
          </a:xfrm>
        </p:grpSpPr>
        <p:pic>
          <p:nvPicPr>
            <p:cNvPr id="350" name="object 9"/>
            <p:cNvPicPr/>
            <p:nvPr/>
          </p:nvPicPr>
          <p:blipFill>
            <a:blip r:embed="rId5"/>
            <a:stretch/>
          </p:blipFill>
          <p:spPr>
            <a:xfrm>
              <a:off x="5772240" y="1133280"/>
              <a:ext cx="2594880" cy="1652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1" name="object 10"/>
            <p:cNvPicPr/>
            <p:nvPr/>
          </p:nvPicPr>
          <p:blipFill>
            <a:blip r:embed="rId6"/>
            <a:stretch/>
          </p:blipFill>
          <p:spPr>
            <a:xfrm>
              <a:off x="5763600" y="1105920"/>
              <a:ext cx="2619000" cy="16664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2" name="object 11"/>
          <p:cNvGrpSpPr/>
          <p:nvPr/>
        </p:nvGrpSpPr>
        <p:grpSpPr>
          <a:xfrm>
            <a:off x="8421120" y="1105920"/>
            <a:ext cx="3342960" cy="1679760"/>
            <a:chOff x="8421120" y="1105920"/>
            <a:chExt cx="3342960" cy="1679760"/>
          </a:xfrm>
        </p:grpSpPr>
        <p:pic>
          <p:nvPicPr>
            <p:cNvPr id="353" name="object 12"/>
            <p:cNvPicPr/>
            <p:nvPr/>
          </p:nvPicPr>
          <p:blipFill>
            <a:blip r:embed="rId7"/>
            <a:stretch/>
          </p:blipFill>
          <p:spPr>
            <a:xfrm>
              <a:off x="8429760" y="1133280"/>
              <a:ext cx="3317760" cy="1652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4" name="object 13"/>
            <p:cNvPicPr/>
            <p:nvPr/>
          </p:nvPicPr>
          <p:blipFill>
            <a:blip r:embed="rId8"/>
            <a:stretch/>
          </p:blipFill>
          <p:spPr>
            <a:xfrm>
              <a:off x="8421120" y="1105920"/>
              <a:ext cx="3342960" cy="16664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55" name="object 14"/>
          <p:cNvGrpSpPr/>
          <p:nvPr/>
        </p:nvGrpSpPr>
        <p:grpSpPr>
          <a:xfrm>
            <a:off x="476280" y="2949480"/>
            <a:ext cx="3804840" cy="1417320"/>
            <a:chOff x="476280" y="2949480"/>
            <a:chExt cx="3804840" cy="1417320"/>
          </a:xfrm>
        </p:grpSpPr>
        <p:pic>
          <p:nvPicPr>
            <p:cNvPr id="356" name="object 15"/>
            <p:cNvPicPr/>
            <p:nvPr/>
          </p:nvPicPr>
          <p:blipFill>
            <a:blip r:embed="rId9"/>
            <a:stretch/>
          </p:blipFill>
          <p:spPr>
            <a:xfrm>
              <a:off x="476280" y="2981160"/>
              <a:ext cx="3776400" cy="138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7" name="object 16"/>
            <p:cNvPicPr/>
            <p:nvPr/>
          </p:nvPicPr>
          <p:blipFill>
            <a:blip r:embed="rId10"/>
            <a:stretch/>
          </p:blipFill>
          <p:spPr>
            <a:xfrm>
              <a:off x="480960" y="2949480"/>
              <a:ext cx="3800160" cy="1399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8" name="object 17"/>
            <p:cNvPicPr/>
            <p:nvPr/>
          </p:nvPicPr>
          <p:blipFill>
            <a:blip r:embed="rId11"/>
            <a:stretch/>
          </p:blipFill>
          <p:spPr>
            <a:xfrm>
              <a:off x="476280" y="2981160"/>
              <a:ext cx="17568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9" name="object 18"/>
            <p:cNvPicPr/>
            <p:nvPr/>
          </p:nvPicPr>
          <p:blipFill>
            <a:blip r:embed="rId12"/>
            <a:stretch/>
          </p:blipFill>
          <p:spPr>
            <a:xfrm>
              <a:off x="533520" y="3019320"/>
              <a:ext cx="66240" cy="1256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60" name="object 19"/>
          <p:cNvGrpSpPr/>
          <p:nvPr/>
        </p:nvGrpSpPr>
        <p:grpSpPr>
          <a:xfrm>
            <a:off x="4363920" y="2954520"/>
            <a:ext cx="3800160" cy="1412280"/>
            <a:chOff x="4363920" y="2954520"/>
            <a:chExt cx="3800160" cy="1412280"/>
          </a:xfrm>
        </p:grpSpPr>
        <p:pic>
          <p:nvPicPr>
            <p:cNvPr id="361" name="object 20"/>
            <p:cNvPicPr/>
            <p:nvPr/>
          </p:nvPicPr>
          <p:blipFill>
            <a:blip r:embed="rId13"/>
            <a:stretch/>
          </p:blipFill>
          <p:spPr>
            <a:xfrm>
              <a:off x="4371840" y="2981160"/>
              <a:ext cx="3776400" cy="138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2" name="object 21"/>
            <p:cNvPicPr/>
            <p:nvPr/>
          </p:nvPicPr>
          <p:blipFill>
            <a:blip r:embed="rId14"/>
            <a:stretch/>
          </p:blipFill>
          <p:spPr>
            <a:xfrm>
              <a:off x="4363920" y="2954520"/>
              <a:ext cx="3800160" cy="1399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3" name="object 22"/>
            <p:cNvPicPr/>
            <p:nvPr/>
          </p:nvPicPr>
          <p:blipFill>
            <a:blip r:embed="rId15"/>
            <a:stretch/>
          </p:blipFill>
          <p:spPr>
            <a:xfrm>
              <a:off x="4371840" y="2981160"/>
              <a:ext cx="17568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4" name="object 23"/>
            <p:cNvPicPr/>
            <p:nvPr/>
          </p:nvPicPr>
          <p:blipFill>
            <a:blip r:embed="rId16"/>
            <a:stretch/>
          </p:blipFill>
          <p:spPr>
            <a:xfrm>
              <a:off x="4429080" y="3019320"/>
              <a:ext cx="66240" cy="1256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65" name="object 24"/>
          <p:cNvGrpSpPr/>
          <p:nvPr/>
        </p:nvGrpSpPr>
        <p:grpSpPr>
          <a:xfrm>
            <a:off x="8259840" y="2954520"/>
            <a:ext cx="3504960" cy="1412280"/>
            <a:chOff x="8259840" y="2954520"/>
            <a:chExt cx="3504960" cy="1412280"/>
          </a:xfrm>
        </p:grpSpPr>
        <p:pic>
          <p:nvPicPr>
            <p:cNvPr id="366" name="object 25"/>
            <p:cNvPicPr/>
            <p:nvPr/>
          </p:nvPicPr>
          <p:blipFill>
            <a:blip r:embed="rId17"/>
            <a:stretch/>
          </p:blipFill>
          <p:spPr>
            <a:xfrm>
              <a:off x="8267760" y="2981160"/>
              <a:ext cx="3480480" cy="138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7" name="object 26"/>
            <p:cNvPicPr/>
            <p:nvPr/>
          </p:nvPicPr>
          <p:blipFill>
            <a:blip r:embed="rId18"/>
            <a:stretch/>
          </p:blipFill>
          <p:spPr>
            <a:xfrm>
              <a:off x="8259840" y="2954520"/>
              <a:ext cx="3504960" cy="1399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8" name="object 27"/>
            <p:cNvPicPr/>
            <p:nvPr/>
          </p:nvPicPr>
          <p:blipFill>
            <a:blip r:embed="rId19"/>
            <a:stretch/>
          </p:blipFill>
          <p:spPr>
            <a:xfrm>
              <a:off x="8267760" y="2981160"/>
              <a:ext cx="17568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69" name="object 28"/>
            <p:cNvPicPr/>
            <p:nvPr/>
          </p:nvPicPr>
          <p:blipFill>
            <a:blip r:embed="rId20"/>
            <a:stretch/>
          </p:blipFill>
          <p:spPr>
            <a:xfrm>
              <a:off x="8325000" y="3019320"/>
              <a:ext cx="66240" cy="1256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70" name="object 29"/>
          <p:cNvGrpSpPr/>
          <p:nvPr/>
        </p:nvGrpSpPr>
        <p:grpSpPr>
          <a:xfrm>
            <a:off x="468360" y="4538520"/>
            <a:ext cx="11296440" cy="1190520"/>
            <a:chOff x="468360" y="4538520"/>
            <a:chExt cx="11296440" cy="1190520"/>
          </a:xfrm>
        </p:grpSpPr>
        <p:pic>
          <p:nvPicPr>
            <p:cNvPr id="371" name="object 30"/>
            <p:cNvPicPr/>
            <p:nvPr/>
          </p:nvPicPr>
          <p:blipFill>
            <a:blip r:embed="rId21"/>
            <a:stretch/>
          </p:blipFill>
          <p:spPr>
            <a:xfrm>
              <a:off x="476280" y="4562640"/>
              <a:ext cx="11271240" cy="1166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2" name="object 31"/>
            <p:cNvPicPr/>
            <p:nvPr/>
          </p:nvPicPr>
          <p:blipFill>
            <a:blip r:embed="rId22"/>
            <a:stretch/>
          </p:blipFill>
          <p:spPr>
            <a:xfrm>
              <a:off x="468360" y="4538520"/>
              <a:ext cx="11296440" cy="11808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73" name="object 32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 collected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key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insights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5" name="object 34"/>
          <p:cNvSpPr/>
          <p:nvPr/>
        </p:nvSpPr>
        <p:spPr>
          <a:xfrm>
            <a:off x="993600" y="692640"/>
            <a:ext cx="521172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Summarize the strongest evidence. Keep the original ,anonymized proof in the linked</a:t>
            </a:r>
            <a:r>
              <a:rPr lang="en-IN" sz="1050" b="0" u="none" spc="15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evidence</a:t>
            </a:r>
            <a:r>
              <a:rPr lang="en-IN" sz="1050" b="0" u="none" spc="15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folder.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object 35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object 36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object 37"/>
          <p:cNvSpPr/>
          <p:nvPr/>
        </p:nvSpPr>
        <p:spPr>
          <a:xfrm>
            <a:off x="10983240" y="306000"/>
            <a:ext cx="424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</a:t>
            </a:r>
            <a:r>
              <a:rPr lang="en-IN" sz="900" b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CID </a:t>
            </a:r>
            <a:r>
              <a:rPr lang="en-IN" sz="900" b="1" u="none" spc="-51" strike="noStrike">
                <a:solidFill>
                  <a:srgbClr val="7B868E"/>
                </a:solidFill>
                <a:effectLst/>
                <a:uFillTx/>
                <a:latin typeface="Calibri"/>
              </a:rPr>
              <a:t>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object 38"/>
          <p:cNvSpPr/>
          <p:nvPr/>
        </p:nvSpPr>
        <p:spPr>
          <a:xfrm>
            <a:off x="682920" y="1269360"/>
            <a:ext cx="9828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008B94"/>
                </a:solidFill>
                <a:effectLst/>
                <a:uFillTx/>
                <a:latin typeface="Calibri"/>
              </a:rPr>
              <a:t>CONVERSATIONS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object 39"/>
          <p:cNvSpPr/>
          <p:nvPr/>
        </p:nvSpPr>
        <p:spPr>
          <a:xfrm>
            <a:off x="3336840" y="1269360"/>
            <a:ext cx="8967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F2A612"/>
                </a:solidFill>
                <a:effectLst/>
                <a:uFillTx/>
                <a:latin typeface="Calibri"/>
              </a:rPr>
              <a:t>OBSERVATIONS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object 40"/>
          <p:cNvSpPr/>
          <p:nvPr/>
        </p:nvSpPr>
        <p:spPr>
          <a:xfrm>
            <a:off x="8644320" y="1269360"/>
            <a:ext cx="53928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6E56CF"/>
                </a:solidFill>
                <a:effectLst/>
                <a:uFillTx/>
                <a:latin typeface="Calibri"/>
              </a:rPr>
              <a:t>SOURCES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object 41"/>
          <p:cNvSpPr/>
          <p:nvPr/>
        </p:nvSpPr>
        <p:spPr>
          <a:xfrm>
            <a:off x="2911680" y="5838840"/>
            <a:ext cx="64263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Evidence</a:t>
            </a:r>
            <a:r>
              <a:rPr lang="en-IN" sz="1050" b="0" i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quality matters</a:t>
            </a:r>
            <a:r>
              <a:rPr lang="en-IN" sz="1050" b="0" i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more than merely</a:t>
            </a:r>
            <a:r>
              <a:rPr lang="en-IN" sz="1050" b="0" i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reaching the minimum</a:t>
            </a:r>
            <a:r>
              <a:rPr lang="en-IN" sz="1050" b="0" i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count. The</a:t>
            </a:r>
            <a:r>
              <a:rPr lang="en-IN" sz="1050" b="0" i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Lab Head may</a:t>
            </a:r>
            <a:r>
              <a:rPr lang="en-IN" sz="1050" b="0" i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require further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validation.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object 42"/>
          <p:cNvSpPr/>
          <p:nvPr/>
        </p:nvSpPr>
        <p:spPr>
          <a:xfrm>
            <a:off x="746640" y="3193560"/>
            <a:ext cx="13129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REPEATED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INSIGHT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object 43"/>
          <p:cNvSpPr/>
          <p:nvPr/>
        </p:nvSpPr>
        <p:spPr>
          <a:xfrm>
            <a:off x="4645080" y="3186000"/>
            <a:ext cx="28058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CONTRADICTORY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OR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LIMITING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object 44"/>
          <p:cNvSpPr/>
          <p:nvPr/>
        </p:nvSpPr>
        <p:spPr>
          <a:xfrm>
            <a:off x="8543520" y="3186000"/>
            <a:ext cx="24210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STRONGEST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QUANTITATIVE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SIGNAL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object 45"/>
          <p:cNvSpPr/>
          <p:nvPr/>
        </p:nvSpPr>
        <p:spPr>
          <a:xfrm>
            <a:off x="615960" y="1639800"/>
            <a:ext cx="32040" cy="32040"/>
          </a:xfrm>
          <a:custGeom>
            <a:avLst/>
            <a:gdLst>
              <a:gd name="textAreaLeft" fmla="*/ 0 w 32040"/>
              <a:gd name="textAreaRight" fmla="*/ 32400 w 3204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32384" h="32385">
                <a:moveTo>
                  <a:pt x="18010" y="31804"/>
                </a:moveTo>
                <a:lnTo>
                  <a:pt x="13793" y="31804"/>
                </a:lnTo>
                <a:lnTo>
                  <a:pt x="11764" y="31400"/>
                </a:lnTo>
                <a:lnTo>
                  <a:pt x="0" y="18010"/>
                </a:lnTo>
                <a:lnTo>
                  <a:pt x="0" y="13793"/>
                </a:lnTo>
                <a:lnTo>
                  <a:pt x="13793" y="0"/>
                </a:lnTo>
                <a:lnTo>
                  <a:pt x="18010" y="0"/>
                </a:lnTo>
                <a:lnTo>
                  <a:pt x="31804" y="15902"/>
                </a:lnTo>
                <a:lnTo>
                  <a:pt x="31804" y="18010"/>
                </a:lnTo>
                <a:lnTo>
                  <a:pt x="18010" y="3180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object 46"/>
          <p:cNvSpPr/>
          <p:nvPr/>
        </p:nvSpPr>
        <p:spPr>
          <a:xfrm>
            <a:off x="615960" y="1806480"/>
            <a:ext cx="32040" cy="32040"/>
          </a:xfrm>
          <a:custGeom>
            <a:avLst/>
            <a:gdLst>
              <a:gd name="textAreaLeft" fmla="*/ 0 w 32040"/>
              <a:gd name="textAreaRight" fmla="*/ 32400 w 3204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32384" h="32385">
                <a:moveTo>
                  <a:pt x="18010" y="31804"/>
                </a:moveTo>
                <a:lnTo>
                  <a:pt x="13793" y="31804"/>
                </a:lnTo>
                <a:lnTo>
                  <a:pt x="11764" y="31400"/>
                </a:lnTo>
                <a:lnTo>
                  <a:pt x="0" y="18010"/>
                </a:lnTo>
                <a:lnTo>
                  <a:pt x="0" y="13793"/>
                </a:lnTo>
                <a:lnTo>
                  <a:pt x="13793" y="0"/>
                </a:lnTo>
                <a:lnTo>
                  <a:pt x="18010" y="0"/>
                </a:lnTo>
                <a:lnTo>
                  <a:pt x="31804" y="15902"/>
                </a:lnTo>
                <a:lnTo>
                  <a:pt x="31804" y="18010"/>
                </a:lnTo>
                <a:lnTo>
                  <a:pt x="18010" y="3180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object 47"/>
          <p:cNvSpPr/>
          <p:nvPr/>
        </p:nvSpPr>
        <p:spPr>
          <a:xfrm>
            <a:off x="615960" y="2140560"/>
            <a:ext cx="32040" cy="32040"/>
          </a:xfrm>
          <a:custGeom>
            <a:avLst/>
            <a:gdLst>
              <a:gd name="textAreaLeft" fmla="*/ 0 w 32040"/>
              <a:gd name="textAreaRight" fmla="*/ 32400 w 32040"/>
              <a:gd name="textAreaTop" fmla="*/ 0 h 32040"/>
              <a:gd name="textAreaBottom" fmla="*/ 32400 h 32040"/>
            </a:gdLst>
            <a:ahLst/>
            <a:cxnLst/>
            <a:rect l="textAreaLeft" t="textAreaTop" r="textAreaRight" b="textAreaBottom"/>
            <a:pathLst>
              <a:path w="32384" h="32385">
                <a:moveTo>
                  <a:pt x="18010" y="31803"/>
                </a:moveTo>
                <a:lnTo>
                  <a:pt x="13793" y="31803"/>
                </a:lnTo>
                <a:lnTo>
                  <a:pt x="11764" y="31400"/>
                </a:lnTo>
                <a:lnTo>
                  <a:pt x="0" y="18010"/>
                </a:lnTo>
                <a:lnTo>
                  <a:pt x="0" y="13793"/>
                </a:lnTo>
                <a:lnTo>
                  <a:pt x="13793" y="0"/>
                </a:lnTo>
                <a:lnTo>
                  <a:pt x="18010" y="0"/>
                </a:lnTo>
                <a:lnTo>
                  <a:pt x="31804" y="15902"/>
                </a:lnTo>
                <a:lnTo>
                  <a:pt x="31804" y="18010"/>
                </a:lnTo>
                <a:lnTo>
                  <a:pt x="18010" y="31803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object 48"/>
          <p:cNvSpPr/>
          <p:nvPr/>
        </p:nvSpPr>
        <p:spPr>
          <a:xfrm>
            <a:off x="711000" y="1523520"/>
            <a:ext cx="2132640" cy="8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4920" rIns="0" bIns="0" anchor="t">
            <a:spAutoFit/>
          </a:bodyPr>
          <a:p>
            <a:pPr marL="12600">
              <a:lnSpc>
                <a:spcPct val="100000"/>
              </a:lnSpc>
              <a:spcBef>
                <a:spcPts val="275"/>
              </a:spcBef>
            </a:pP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[Planned</a:t>
            </a:r>
            <a:r>
              <a:rPr lang="en-IN" sz="95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yet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conducted]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26640">
              <a:lnSpc>
                <a:spcPct val="115000"/>
              </a:lnSpc>
              <a:tabLst>
                <a:tab pos="0" algn="l"/>
              </a:tabLst>
            </a:pP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Primary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users: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drivers,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95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staff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26640">
              <a:lnSpc>
                <a:spcPct val="115000"/>
              </a:lnSpc>
              <a:tabLst>
                <a:tab pos="0" algn="l"/>
              </a:tabLst>
            </a:pP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Other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stakeholders: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state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transport</a:t>
            </a:r>
            <a:r>
              <a:rPr lang="en-IN" sz="9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corporation</a:t>
            </a:r>
            <a:r>
              <a:rPr lang="en-IN" sz="9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officials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object 49"/>
          <p:cNvSpPr/>
          <p:nvPr/>
        </p:nvSpPr>
        <p:spPr>
          <a:xfrm>
            <a:off x="3248640" y="1729440"/>
            <a:ext cx="34560" cy="34560"/>
          </a:xfrm>
          <a:custGeom>
            <a:avLst/>
            <a:gdLst>
              <a:gd name="textAreaLeft" fmla="*/ 0 w 34560"/>
              <a:gd name="textAreaRight" fmla="*/ 34920 w 345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34925" h="34925">
                <a:moveTo>
                  <a:pt x="19426" y="34304"/>
                </a:moveTo>
                <a:lnTo>
                  <a:pt x="14877" y="34304"/>
                </a:lnTo>
                <a:lnTo>
                  <a:pt x="12689" y="33868"/>
                </a:lnTo>
                <a:lnTo>
                  <a:pt x="0" y="19426"/>
                </a:lnTo>
                <a:lnTo>
                  <a:pt x="0" y="14877"/>
                </a:lnTo>
                <a:lnTo>
                  <a:pt x="14877" y="0"/>
                </a:lnTo>
                <a:lnTo>
                  <a:pt x="19426" y="0"/>
                </a:lnTo>
                <a:lnTo>
                  <a:pt x="34304" y="17152"/>
                </a:lnTo>
                <a:lnTo>
                  <a:pt x="34304" y="19426"/>
                </a:lnTo>
                <a:lnTo>
                  <a:pt x="19426" y="3430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object 50"/>
          <p:cNvSpPr/>
          <p:nvPr/>
        </p:nvSpPr>
        <p:spPr>
          <a:xfrm>
            <a:off x="3248640" y="1892520"/>
            <a:ext cx="34560" cy="34560"/>
          </a:xfrm>
          <a:custGeom>
            <a:avLst/>
            <a:gdLst>
              <a:gd name="textAreaLeft" fmla="*/ 0 w 34560"/>
              <a:gd name="textAreaRight" fmla="*/ 34920 w 34560"/>
              <a:gd name="textAreaTop" fmla="*/ 0 h 34560"/>
              <a:gd name="textAreaBottom" fmla="*/ 34920 h 34560"/>
            </a:gdLst>
            <a:ahLst/>
            <a:cxnLst/>
            <a:rect l="textAreaLeft" t="textAreaTop" r="textAreaRight" b="textAreaBottom"/>
            <a:pathLst>
              <a:path w="34925" h="34925">
                <a:moveTo>
                  <a:pt x="19426" y="34304"/>
                </a:moveTo>
                <a:lnTo>
                  <a:pt x="14877" y="34304"/>
                </a:lnTo>
                <a:lnTo>
                  <a:pt x="12689" y="33868"/>
                </a:lnTo>
                <a:lnTo>
                  <a:pt x="0" y="19426"/>
                </a:lnTo>
                <a:lnTo>
                  <a:pt x="0" y="14877"/>
                </a:lnTo>
                <a:lnTo>
                  <a:pt x="14877" y="0"/>
                </a:lnTo>
                <a:lnTo>
                  <a:pt x="19426" y="0"/>
                </a:lnTo>
                <a:lnTo>
                  <a:pt x="34304" y="17152"/>
                </a:lnTo>
                <a:lnTo>
                  <a:pt x="34304" y="19426"/>
                </a:lnTo>
                <a:lnTo>
                  <a:pt x="19426" y="3430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object 51"/>
          <p:cNvSpPr/>
          <p:nvPr/>
        </p:nvSpPr>
        <p:spPr>
          <a:xfrm>
            <a:off x="3354480" y="1620720"/>
            <a:ext cx="224496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spAutoFit/>
          </a:bodyPr>
          <a:p>
            <a:pPr marL="12600">
              <a:lnSpc>
                <a:spcPct val="100000"/>
              </a:lnSpc>
              <a:spcBef>
                <a:spcPts val="241"/>
              </a:spcBef>
            </a:pP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[Planned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yet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conducted]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26640">
              <a:lnSpc>
                <a:spcPct val="112000"/>
              </a:lnSpc>
              <a:spcBef>
                <a:spcPts val="6"/>
              </a:spcBef>
              <a:tabLst>
                <a:tab pos="0" algn="l"/>
              </a:tabLst>
            </a:pP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Plan: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Observe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route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note</a:t>
            </a:r>
            <a:r>
              <a:rPr lang="en-IN" sz="9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how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defects,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bottlenecks,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unsafe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driving incidents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currently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go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unnoticed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unreported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time.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object 52"/>
          <p:cNvSpPr/>
          <p:nvPr/>
        </p:nvSpPr>
        <p:spPr>
          <a:xfrm>
            <a:off x="5995800" y="1519560"/>
            <a:ext cx="32760" cy="32760"/>
          </a:xfrm>
          <a:custGeom>
            <a:avLst/>
            <a:gdLst>
              <a:gd name="textAreaLeft" fmla="*/ 0 w 32760"/>
              <a:gd name="textAreaRight" fmla="*/ 33120 w 3276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33020" h="33019">
                <a:moveTo>
                  <a:pt x="18505" y="32677"/>
                </a:moveTo>
                <a:lnTo>
                  <a:pt x="14172" y="32677"/>
                </a:lnTo>
                <a:lnTo>
                  <a:pt x="12088" y="32263"/>
                </a:lnTo>
                <a:lnTo>
                  <a:pt x="0" y="18505"/>
                </a:lnTo>
                <a:lnTo>
                  <a:pt x="0" y="14172"/>
                </a:lnTo>
                <a:lnTo>
                  <a:pt x="14172" y="0"/>
                </a:lnTo>
                <a:lnTo>
                  <a:pt x="18505" y="0"/>
                </a:lnTo>
                <a:lnTo>
                  <a:pt x="32677" y="16338"/>
                </a:lnTo>
                <a:lnTo>
                  <a:pt x="32677" y="18505"/>
                </a:lnTo>
                <a:lnTo>
                  <a:pt x="18505" y="32677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object 53"/>
          <p:cNvSpPr/>
          <p:nvPr/>
        </p:nvSpPr>
        <p:spPr>
          <a:xfrm>
            <a:off x="5995800" y="1674720"/>
            <a:ext cx="32760" cy="32760"/>
          </a:xfrm>
          <a:custGeom>
            <a:avLst/>
            <a:gdLst>
              <a:gd name="textAreaLeft" fmla="*/ 0 w 32760"/>
              <a:gd name="textAreaRight" fmla="*/ 33120 w 3276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33020" h="33019">
                <a:moveTo>
                  <a:pt x="18505" y="32677"/>
                </a:moveTo>
                <a:lnTo>
                  <a:pt x="14172" y="32677"/>
                </a:lnTo>
                <a:lnTo>
                  <a:pt x="12088" y="32263"/>
                </a:lnTo>
                <a:lnTo>
                  <a:pt x="0" y="18505"/>
                </a:lnTo>
                <a:lnTo>
                  <a:pt x="0" y="14172"/>
                </a:lnTo>
                <a:lnTo>
                  <a:pt x="14172" y="0"/>
                </a:lnTo>
                <a:lnTo>
                  <a:pt x="18505" y="0"/>
                </a:lnTo>
                <a:lnTo>
                  <a:pt x="32677" y="16338"/>
                </a:lnTo>
                <a:lnTo>
                  <a:pt x="32677" y="18505"/>
                </a:lnTo>
                <a:lnTo>
                  <a:pt x="18505" y="32677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object 54"/>
          <p:cNvSpPr/>
          <p:nvPr/>
        </p:nvSpPr>
        <p:spPr>
          <a:xfrm>
            <a:off x="5995800" y="1830240"/>
            <a:ext cx="32760" cy="32760"/>
          </a:xfrm>
          <a:custGeom>
            <a:avLst/>
            <a:gdLst>
              <a:gd name="textAreaLeft" fmla="*/ 0 w 32760"/>
              <a:gd name="textAreaRight" fmla="*/ 33120 w 32760"/>
              <a:gd name="textAreaTop" fmla="*/ 0 h 32760"/>
              <a:gd name="textAreaBottom" fmla="*/ 33120 h 32760"/>
            </a:gdLst>
            <a:ahLst/>
            <a:cxnLst/>
            <a:rect l="textAreaLeft" t="textAreaTop" r="textAreaRight" b="textAreaBottom"/>
            <a:pathLst>
              <a:path w="33020" h="33019">
                <a:moveTo>
                  <a:pt x="18505" y="32677"/>
                </a:moveTo>
                <a:lnTo>
                  <a:pt x="14172" y="32677"/>
                </a:lnTo>
                <a:lnTo>
                  <a:pt x="12088" y="32263"/>
                </a:lnTo>
                <a:lnTo>
                  <a:pt x="0" y="18505"/>
                </a:lnTo>
                <a:lnTo>
                  <a:pt x="0" y="14172"/>
                </a:lnTo>
                <a:lnTo>
                  <a:pt x="14172" y="0"/>
                </a:lnTo>
                <a:lnTo>
                  <a:pt x="18505" y="0"/>
                </a:lnTo>
                <a:lnTo>
                  <a:pt x="32677" y="16338"/>
                </a:lnTo>
                <a:lnTo>
                  <a:pt x="32677" y="18505"/>
                </a:lnTo>
                <a:lnTo>
                  <a:pt x="18505" y="32677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object 55"/>
          <p:cNvSpPr/>
          <p:nvPr/>
        </p:nvSpPr>
        <p:spPr>
          <a:xfrm>
            <a:off x="5990040" y="1269360"/>
            <a:ext cx="1920600" cy="14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3178C6"/>
                </a:solidFill>
                <a:effectLst/>
                <a:uFillTx/>
                <a:latin typeface="Calibri"/>
              </a:rPr>
              <a:t>BASELINE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8080">
              <a:lnSpc>
                <a:spcPct val="100000"/>
              </a:lnSpc>
              <a:spcBef>
                <a:spcPts val="31"/>
              </a:spcBef>
            </a:pP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>
              <a:lnSpc>
                <a:spcPct val="100000"/>
              </a:lnSpc>
              <a:spcBef>
                <a:spcPts val="139"/>
              </a:spcBef>
            </a:pP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[Planned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yet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collected]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8080" indent="25560">
              <a:lnSpc>
                <a:spcPct val="113000"/>
              </a:lnSpc>
              <a:tabLst>
                <a:tab pos="0" algn="l"/>
              </a:tabLst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Plan: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Record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average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between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being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reported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(via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channels)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it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being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repaired, using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public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complaint-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tracking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where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available.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object 56"/>
          <p:cNvSpPr/>
          <p:nvPr/>
        </p:nvSpPr>
        <p:spPr>
          <a:xfrm>
            <a:off x="8593560" y="1630080"/>
            <a:ext cx="27720" cy="27720"/>
          </a:xfrm>
          <a:custGeom>
            <a:avLst/>
            <a:gdLst>
              <a:gd name="textAreaLeft" fmla="*/ 0 w 27720"/>
              <a:gd name="textAreaRight" fmla="*/ 28080 w 2772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27940" h="27939">
                <a:moveTo>
                  <a:pt x="15778" y="27862"/>
                </a:moveTo>
                <a:lnTo>
                  <a:pt x="12084" y="27862"/>
                </a:lnTo>
                <a:lnTo>
                  <a:pt x="10306" y="27509"/>
                </a:lnTo>
                <a:lnTo>
                  <a:pt x="0" y="15778"/>
                </a:lnTo>
                <a:lnTo>
                  <a:pt x="0" y="12084"/>
                </a:lnTo>
                <a:lnTo>
                  <a:pt x="12084" y="0"/>
                </a:lnTo>
                <a:lnTo>
                  <a:pt x="15778" y="0"/>
                </a:lnTo>
                <a:lnTo>
                  <a:pt x="27863" y="13931"/>
                </a:lnTo>
                <a:lnTo>
                  <a:pt x="27862" y="15778"/>
                </a:lnTo>
                <a:lnTo>
                  <a:pt x="15778" y="27862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object 57"/>
          <p:cNvSpPr/>
          <p:nvPr/>
        </p:nvSpPr>
        <p:spPr>
          <a:xfrm>
            <a:off x="8593560" y="1778760"/>
            <a:ext cx="27720" cy="27720"/>
          </a:xfrm>
          <a:custGeom>
            <a:avLst/>
            <a:gdLst>
              <a:gd name="textAreaLeft" fmla="*/ 0 w 27720"/>
              <a:gd name="textAreaRight" fmla="*/ 28080 w 27720"/>
              <a:gd name="textAreaTop" fmla="*/ 0 h 27720"/>
              <a:gd name="textAreaBottom" fmla="*/ 28080 h 27720"/>
            </a:gdLst>
            <a:ahLst/>
            <a:cxnLst/>
            <a:rect l="textAreaLeft" t="textAreaTop" r="textAreaRight" b="textAreaBottom"/>
            <a:pathLst>
              <a:path w="27940" h="27939">
                <a:moveTo>
                  <a:pt x="15778" y="27862"/>
                </a:moveTo>
                <a:lnTo>
                  <a:pt x="12084" y="27862"/>
                </a:lnTo>
                <a:lnTo>
                  <a:pt x="10306" y="27509"/>
                </a:lnTo>
                <a:lnTo>
                  <a:pt x="0" y="15778"/>
                </a:lnTo>
                <a:lnTo>
                  <a:pt x="0" y="12084"/>
                </a:lnTo>
                <a:lnTo>
                  <a:pt x="12084" y="0"/>
                </a:lnTo>
                <a:lnTo>
                  <a:pt x="15778" y="0"/>
                </a:lnTo>
                <a:lnTo>
                  <a:pt x="27863" y="13931"/>
                </a:lnTo>
                <a:lnTo>
                  <a:pt x="27862" y="15778"/>
                </a:lnTo>
                <a:lnTo>
                  <a:pt x="15778" y="27862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object 58"/>
          <p:cNvSpPr/>
          <p:nvPr/>
        </p:nvSpPr>
        <p:spPr>
          <a:xfrm>
            <a:off x="8705520" y="1537560"/>
            <a:ext cx="2944800" cy="7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960" rIns="0" bIns="0" anchor="t">
            <a:spAutoFit/>
          </a:bodyPr>
          <a:p>
            <a:pPr marL="12600">
              <a:lnSpc>
                <a:spcPct val="100000"/>
              </a:lnSpc>
              <a:spcBef>
                <a:spcPts val="244"/>
              </a:spcBef>
            </a:pP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[To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finalized]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24840">
              <a:lnSpc>
                <a:spcPct val="114000"/>
              </a:lnSpc>
              <a:tabLst>
                <a:tab pos="0" algn="l"/>
              </a:tabLst>
            </a:pP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Planned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references: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India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Driving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Dataset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(IDD)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road/traffic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object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data,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public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portals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reported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</a:t>
            </a:r>
            <a:r>
              <a:rPr lang="en-IN" sz="850" b="1" u="none" spc="8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volumes,</a:t>
            </a:r>
            <a:r>
              <a:rPr lang="en-IN" sz="850" b="1" u="none" spc="8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published</a:t>
            </a:r>
            <a:r>
              <a:rPr lang="en-IN" sz="850" b="1" u="none" spc="8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road-safety</a:t>
            </a:r>
            <a:r>
              <a:rPr lang="en-IN" sz="850" b="1" u="none" spc="9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reports</a:t>
            </a:r>
            <a:r>
              <a:rPr lang="en-IN" sz="850" b="1" u="none" spc="8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referencing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infrastructure-related</a:t>
            </a:r>
            <a:r>
              <a:rPr lang="en-IN" sz="850" b="1" u="none" spc="13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accidents.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ftr" idx="22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3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3561ED20-4C8C-4FE3-AB83-7688CC202272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object 59"/>
          <p:cNvSpPr/>
          <p:nvPr/>
        </p:nvSpPr>
        <p:spPr>
          <a:xfrm>
            <a:off x="795960" y="3500640"/>
            <a:ext cx="299628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 indent="-720" algn="ctr">
              <a:lnSpc>
                <a:spcPct val="114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"[Cannot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claim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repeated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pattern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without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actual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conversations/observations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leave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as:</a:t>
            </a:r>
            <a:r>
              <a:rPr lang="en-IN" sz="90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'To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identified</a:t>
            </a:r>
            <a:r>
              <a:rPr lang="en-IN" sz="90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after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Phase 2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collection.']"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" algn="ctr">
              <a:lnSpc>
                <a:spcPct val="100000"/>
              </a:lnSpc>
              <a:spcBef>
                <a:spcPts val="159"/>
              </a:spcBef>
              <a:tabLst>
                <a:tab pos="0" algn="l"/>
              </a:tabLst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 [E —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pending]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object 60"/>
          <p:cNvSpPr/>
          <p:nvPr/>
        </p:nvSpPr>
        <p:spPr>
          <a:xfrm>
            <a:off x="4566960" y="3499920"/>
            <a:ext cx="329544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 algn="ctr">
              <a:lnSpc>
                <a:spcPct val="116000"/>
              </a:lnSpc>
              <a:spcBef>
                <a:spcPts val="91"/>
              </a:spcBef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"[Same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cannot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state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contradiction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without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data.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Leave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as: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'To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identified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once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field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collected.']"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40" algn="ctr">
              <a:lnSpc>
                <a:spcPct val="100000"/>
              </a:lnSpc>
              <a:spcBef>
                <a:spcPts val="184"/>
              </a:spcBef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pending]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object 61"/>
          <p:cNvSpPr/>
          <p:nvPr/>
        </p:nvSpPr>
        <p:spPr>
          <a:xfrm>
            <a:off x="8634240" y="3524040"/>
            <a:ext cx="243792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160560">
              <a:lnSpc>
                <a:spcPct val="113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[Pending</a:t>
            </a:r>
            <a:r>
              <a:rPr lang="en-IN" sz="10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10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 number</a:t>
            </a:r>
            <a:r>
              <a:rPr lang="en-IN" sz="10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collected</a:t>
            </a:r>
            <a:r>
              <a:rPr lang="en-IN" sz="10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yet]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Type: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Estimated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(until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gathered)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object 62"/>
          <p:cNvSpPr/>
          <p:nvPr/>
        </p:nvSpPr>
        <p:spPr>
          <a:xfrm>
            <a:off x="756000" y="4642920"/>
            <a:ext cx="1059264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4920" rIns="0" bIns="0" anchor="t">
            <a:spAutoFit/>
          </a:bodyPr>
          <a:p>
            <a:pPr marL="12600">
              <a:lnSpc>
                <a:spcPct val="100000"/>
              </a:lnSpc>
              <a:spcBef>
                <a:spcPts val="984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What</a:t>
            </a:r>
            <a:r>
              <a:rPr lang="en-IN" sz="135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the</a:t>
            </a:r>
            <a:r>
              <a:rPr lang="en-IN" sz="13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r>
              <a:rPr lang="en-IN" sz="135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now</a:t>
            </a:r>
            <a:r>
              <a:rPr lang="en-IN" sz="13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 says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8880">
              <a:lnSpc>
                <a:spcPct val="114000"/>
              </a:lnSpc>
              <a:spcBef>
                <a:spcPts val="590"/>
              </a:spcBef>
            </a:pP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 </a:t>
            </a:r>
            <a:r>
              <a:rPr lang="en-IN" sz="11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first-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hand evidence has been collected yet. The problem's significance is currently supported only by publicly available information (general knowledge of </a:t>
            </a:r>
            <a:r>
              <a:rPr lang="en-IN" sz="11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complaint-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based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reporting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its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delays).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Actual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conversations,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observations,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measurements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planned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before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Phase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2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confirm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revise</a:t>
            </a:r>
            <a:r>
              <a:rPr lang="en-IN" sz="11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this</a:t>
            </a:r>
            <a:r>
              <a:rPr lang="en-IN" sz="11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assumption.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object 2"/>
          <p:cNvGrpSpPr/>
          <p:nvPr/>
        </p:nvGrpSpPr>
        <p:grpSpPr>
          <a:xfrm>
            <a:off x="467640" y="1105920"/>
            <a:ext cx="2609640" cy="1670040"/>
            <a:chOff x="467640" y="1105920"/>
            <a:chExt cx="2609640" cy="1670040"/>
          </a:xfrm>
        </p:grpSpPr>
        <p:pic>
          <p:nvPicPr>
            <p:cNvPr id="407" name="object 3"/>
            <p:cNvPicPr/>
            <p:nvPr/>
          </p:nvPicPr>
          <p:blipFill>
            <a:blip r:embed="rId1"/>
            <a:stretch/>
          </p:blipFill>
          <p:spPr>
            <a:xfrm>
              <a:off x="476280" y="1133280"/>
              <a:ext cx="2585880" cy="164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08" name="object 4"/>
            <p:cNvPicPr/>
            <p:nvPr/>
          </p:nvPicPr>
          <p:blipFill>
            <a:blip r:embed="rId2"/>
            <a:stretch/>
          </p:blipFill>
          <p:spPr>
            <a:xfrm>
              <a:off x="467640" y="1105920"/>
              <a:ext cx="2609640" cy="1657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09" name="object 5"/>
          <p:cNvGrpSpPr/>
          <p:nvPr/>
        </p:nvGrpSpPr>
        <p:grpSpPr>
          <a:xfrm>
            <a:off x="3115800" y="1105920"/>
            <a:ext cx="2609640" cy="1670040"/>
            <a:chOff x="3115800" y="1105920"/>
            <a:chExt cx="2609640" cy="1670040"/>
          </a:xfrm>
        </p:grpSpPr>
        <p:pic>
          <p:nvPicPr>
            <p:cNvPr id="410" name="object 6"/>
            <p:cNvPicPr/>
            <p:nvPr/>
          </p:nvPicPr>
          <p:blipFill>
            <a:blip r:embed="rId3"/>
            <a:stretch/>
          </p:blipFill>
          <p:spPr>
            <a:xfrm>
              <a:off x="3124080" y="1133280"/>
              <a:ext cx="2585880" cy="164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1" name="object 7"/>
            <p:cNvPicPr/>
            <p:nvPr/>
          </p:nvPicPr>
          <p:blipFill>
            <a:blip r:embed="rId4"/>
            <a:stretch/>
          </p:blipFill>
          <p:spPr>
            <a:xfrm>
              <a:off x="3115800" y="1105920"/>
              <a:ext cx="2609640" cy="1657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12" name="object 8"/>
          <p:cNvGrpSpPr/>
          <p:nvPr/>
        </p:nvGrpSpPr>
        <p:grpSpPr>
          <a:xfrm>
            <a:off x="5763600" y="1105920"/>
            <a:ext cx="2619000" cy="1670040"/>
            <a:chOff x="5763600" y="1105920"/>
            <a:chExt cx="2619000" cy="1670040"/>
          </a:xfrm>
        </p:grpSpPr>
        <p:pic>
          <p:nvPicPr>
            <p:cNvPr id="413" name="object 9"/>
            <p:cNvPicPr/>
            <p:nvPr/>
          </p:nvPicPr>
          <p:blipFill>
            <a:blip r:embed="rId5"/>
            <a:stretch/>
          </p:blipFill>
          <p:spPr>
            <a:xfrm>
              <a:off x="5772240" y="1133280"/>
              <a:ext cx="2592720" cy="164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4" name="object 10"/>
            <p:cNvPicPr/>
            <p:nvPr/>
          </p:nvPicPr>
          <p:blipFill>
            <a:blip r:embed="rId6"/>
            <a:stretch/>
          </p:blipFill>
          <p:spPr>
            <a:xfrm>
              <a:off x="5763600" y="1105920"/>
              <a:ext cx="2619000" cy="1657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15" name="object 11"/>
          <p:cNvGrpSpPr/>
          <p:nvPr/>
        </p:nvGrpSpPr>
        <p:grpSpPr>
          <a:xfrm>
            <a:off x="8421120" y="1105920"/>
            <a:ext cx="3342960" cy="1670040"/>
            <a:chOff x="8421120" y="1105920"/>
            <a:chExt cx="3342960" cy="1670040"/>
          </a:xfrm>
        </p:grpSpPr>
        <p:pic>
          <p:nvPicPr>
            <p:cNvPr id="416" name="object 12"/>
            <p:cNvPicPr/>
            <p:nvPr/>
          </p:nvPicPr>
          <p:blipFill>
            <a:blip r:embed="rId7"/>
            <a:stretch/>
          </p:blipFill>
          <p:spPr>
            <a:xfrm>
              <a:off x="8429760" y="1133280"/>
              <a:ext cx="3318120" cy="1642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7" name="object 13"/>
            <p:cNvPicPr/>
            <p:nvPr/>
          </p:nvPicPr>
          <p:blipFill>
            <a:blip r:embed="rId8"/>
            <a:stretch/>
          </p:blipFill>
          <p:spPr>
            <a:xfrm>
              <a:off x="8421120" y="1105920"/>
              <a:ext cx="3342960" cy="1657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18" name="object 14"/>
          <p:cNvGrpSpPr/>
          <p:nvPr/>
        </p:nvGrpSpPr>
        <p:grpSpPr>
          <a:xfrm>
            <a:off x="468360" y="2954520"/>
            <a:ext cx="3819240" cy="1573920"/>
            <a:chOff x="468360" y="2954520"/>
            <a:chExt cx="3819240" cy="1573920"/>
          </a:xfrm>
        </p:grpSpPr>
        <p:pic>
          <p:nvPicPr>
            <p:cNvPr id="419" name="object 15"/>
            <p:cNvPicPr/>
            <p:nvPr/>
          </p:nvPicPr>
          <p:blipFill>
            <a:blip r:embed="rId9"/>
            <a:stretch/>
          </p:blipFill>
          <p:spPr>
            <a:xfrm>
              <a:off x="476280" y="2981160"/>
              <a:ext cx="3795480" cy="1547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0" name="object 16"/>
            <p:cNvPicPr/>
            <p:nvPr/>
          </p:nvPicPr>
          <p:blipFill>
            <a:blip r:embed="rId10"/>
            <a:stretch/>
          </p:blipFill>
          <p:spPr>
            <a:xfrm>
              <a:off x="468360" y="2954520"/>
              <a:ext cx="3819240" cy="15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1" name="object 17"/>
            <p:cNvPicPr/>
            <p:nvPr/>
          </p:nvPicPr>
          <p:blipFill>
            <a:blip r:embed="rId11"/>
            <a:stretch/>
          </p:blipFill>
          <p:spPr>
            <a:xfrm>
              <a:off x="476280" y="2981160"/>
              <a:ext cx="175680" cy="1528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2" name="object 18"/>
            <p:cNvPicPr/>
            <p:nvPr/>
          </p:nvPicPr>
          <p:blipFill>
            <a:blip r:embed="rId12"/>
            <a:stretch/>
          </p:blipFill>
          <p:spPr>
            <a:xfrm>
              <a:off x="533520" y="3019320"/>
              <a:ext cx="66240" cy="141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23" name="object 19"/>
          <p:cNvGrpSpPr/>
          <p:nvPr/>
        </p:nvGrpSpPr>
        <p:grpSpPr>
          <a:xfrm>
            <a:off x="4383000" y="2954520"/>
            <a:ext cx="3809520" cy="1573920"/>
            <a:chOff x="4383000" y="2954520"/>
            <a:chExt cx="3809520" cy="1573920"/>
          </a:xfrm>
        </p:grpSpPr>
        <p:pic>
          <p:nvPicPr>
            <p:cNvPr id="424" name="object 20"/>
            <p:cNvPicPr/>
            <p:nvPr/>
          </p:nvPicPr>
          <p:blipFill>
            <a:blip r:embed="rId13"/>
            <a:stretch/>
          </p:blipFill>
          <p:spPr>
            <a:xfrm>
              <a:off x="4390920" y="2981160"/>
              <a:ext cx="3784320" cy="1547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5" name="object 21"/>
            <p:cNvPicPr/>
            <p:nvPr/>
          </p:nvPicPr>
          <p:blipFill>
            <a:blip r:embed="rId14"/>
            <a:stretch/>
          </p:blipFill>
          <p:spPr>
            <a:xfrm>
              <a:off x="4383000" y="2954520"/>
              <a:ext cx="3809520" cy="15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6" name="object 22"/>
            <p:cNvPicPr/>
            <p:nvPr/>
          </p:nvPicPr>
          <p:blipFill>
            <a:blip r:embed="rId15"/>
            <a:stretch/>
          </p:blipFill>
          <p:spPr>
            <a:xfrm>
              <a:off x="4390920" y="2981160"/>
              <a:ext cx="175680" cy="1528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7" name="object 23"/>
            <p:cNvPicPr/>
            <p:nvPr/>
          </p:nvPicPr>
          <p:blipFill>
            <a:blip r:embed="rId16"/>
            <a:stretch/>
          </p:blipFill>
          <p:spPr>
            <a:xfrm>
              <a:off x="4448160" y="3019320"/>
              <a:ext cx="66240" cy="141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28" name="object 24"/>
          <p:cNvGrpSpPr/>
          <p:nvPr/>
        </p:nvGrpSpPr>
        <p:grpSpPr>
          <a:xfrm>
            <a:off x="8288280" y="2954520"/>
            <a:ext cx="3476160" cy="1573920"/>
            <a:chOff x="8288280" y="2954520"/>
            <a:chExt cx="3476160" cy="1573920"/>
          </a:xfrm>
        </p:grpSpPr>
        <p:pic>
          <p:nvPicPr>
            <p:cNvPr id="429" name="object 25"/>
            <p:cNvPicPr/>
            <p:nvPr/>
          </p:nvPicPr>
          <p:blipFill>
            <a:blip r:embed="rId17"/>
            <a:stretch/>
          </p:blipFill>
          <p:spPr>
            <a:xfrm>
              <a:off x="8296200" y="2981160"/>
              <a:ext cx="3451680" cy="1547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0" name="object 26"/>
            <p:cNvPicPr/>
            <p:nvPr/>
          </p:nvPicPr>
          <p:blipFill>
            <a:blip r:embed="rId18"/>
            <a:stretch/>
          </p:blipFill>
          <p:spPr>
            <a:xfrm>
              <a:off x="8288280" y="2954520"/>
              <a:ext cx="3476160" cy="15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1" name="object 27"/>
            <p:cNvPicPr/>
            <p:nvPr/>
          </p:nvPicPr>
          <p:blipFill>
            <a:blip r:embed="rId19"/>
            <a:stretch/>
          </p:blipFill>
          <p:spPr>
            <a:xfrm>
              <a:off x="8296200" y="2981160"/>
              <a:ext cx="185400" cy="1528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2" name="object 28"/>
            <p:cNvPicPr/>
            <p:nvPr/>
          </p:nvPicPr>
          <p:blipFill>
            <a:blip r:embed="rId20"/>
            <a:stretch/>
          </p:blipFill>
          <p:spPr>
            <a:xfrm>
              <a:off x="8353440" y="3019320"/>
              <a:ext cx="75960" cy="1418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33" name="object 29"/>
          <p:cNvGrpSpPr/>
          <p:nvPr/>
        </p:nvGrpSpPr>
        <p:grpSpPr>
          <a:xfrm>
            <a:off x="468360" y="4707000"/>
            <a:ext cx="11296440" cy="1022040"/>
            <a:chOff x="468360" y="4707000"/>
            <a:chExt cx="11296440" cy="1022040"/>
          </a:xfrm>
        </p:grpSpPr>
        <p:pic>
          <p:nvPicPr>
            <p:cNvPr id="434" name="object 30"/>
            <p:cNvPicPr/>
            <p:nvPr/>
          </p:nvPicPr>
          <p:blipFill>
            <a:blip r:embed="rId21"/>
            <a:stretch/>
          </p:blipFill>
          <p:spPr>
            <a:xfrm>
              <a:off x="476280" y="4734000"/>
              <a:ext cx="11271240" cy="9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5" name="object 31"/>
            <p:cNvPicPr/>
            <p:nvPr/>
          </p:nvPicPr>
          <p:blipFill>
            <a:blip r:embed="rId22"/>
            <a:stretch/>
          </p:blipFill>
          <p:spPr>
            <a:xfrm>
              <a:off x="468360" y="4707000"/>
              <a:ext cx="11296440" cy="10094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36" name="object 32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Pain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significance,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value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adoption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8" name="object 34"/>
          <p:cNvSpPr/>
          <p:nvPr/>
        </p:nvSpPr>
        <p:spPr>
          <a:xfrm>
            <a:off x="993600" y="692640"/>
            <a:ext cx="601308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Show why the problem deserves effort and whether are levant decision-maker has areas on</a:t>
            </a:r>
            <a:r>
              <a:rPr lang="en-IN" sz="1050" b="0" u="none" spc="79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to</a:t>
            </a:r>
            <a:r>
              <a:rPr lang="en-IN" sz="1050" b="0" u="none" spc="79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support</a:t>
            </a:r>
            <a:r>
              <a:rPr lang="en-IN" sz="1050" b="0" u="none" spc="79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improvement.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object 35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object 36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object 37"/>
          <p:cNvSpPr/>
          <p:nvPr/>
        </p:nvSpPr>
        <p:spPr>
          <a:xfrm>
            <a:off x="10983240" y="306000"/>
            <a:ext cx="424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</a:t>
            </a:r>
            <a:r>
              <a:rPr lang="en-IN" sz="900" b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CID </a:t>
            </a:r>
            <a:r>
              <a:rPr lang="en-IN" sz="900" b="1" u="none" spc="-51" strike="noStrike">
                <a:solidFill>
                  <a:srgbClr val="7B868E"/>
                </a:solidFill>
                <a:effectLst/>
                <a:uFillTx/>
                <a:latin typeface="Calibri"/>
              </a:rPr>
              <a:t>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object 38"/>
          <p:cNvSpPr/>
          <p:nvPr/>
        </p:nvSpPr>
        <p:spPr>
          <a:xfrm>
            <a:off x="8644320" y="1269360"/>
            <a:ext cx="39348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2E7D32"/>
                </a:solidFill>
                <a:effectLst/>
                <a:uFillTx/>
                <a:latin typeface="Calibri"/>
              </a:rPr>
              <a:t>VALUE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object 39"/>
          <p:cNvSpPr/>
          <p:nvPr/>
        </p:nvSpPr>
        <p:spPr>
          <a:xfrm>
            <a:off x="596160" y="1168560"/>
            <a:ext cx="2335320" cy="14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5520" rIns="0" bIns="0" anchor="t">
            <a:spAutoFit/>
          </a:bodyPr>
          <a:p>
            <a:pPr marL="93960">
              <a:lnSpc>
                <a:spcPct val="100000"/>
              </a:lnSpc>
              <a:spcBef>
                <a:spcPts val="516"/>
              </a:spcBef>
            </a:pPr>
            <a:r>
              <a:rPr lang="en-IN" sz="1050" b="1" u="none" spc="-11" strike="noStrike">
                <a:solidFill>
                  <a:srgbClr val="008B94"/>
                </a:solidFill>
                <a:effectLst/>
                <a:uFillTx/>
                <a:latin typeface="Calibri"/>
              </a:rPr>
              <a:t>FREQUENCY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8000"/>
              </a:lnSpc>
              <a:spcBef>
                <a:spcPts val="176"/>
              </a:spcBef>
              <a:tabLst>
                <a:tab pos="0" algn="l"/>
              </a:tabLst>
            </a:pP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Potholes and road defects are a recurring,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large-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scale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issue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across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Indian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cities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thousands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complaints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filed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annually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through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apps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helplines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most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major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cities,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but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formal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 is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limited to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periodic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surveys.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9040" algn="ctr">
              <a:lnSpc>
                <a:spcPct val="118000"/>
              </a:lnSpc>
              <a:tabLst>
                <a:tab pos="0" algn="l"/>
              </a:tabLst>
            </a:pP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pending;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backed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public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complaint-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volume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from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city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corporation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portal]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object 40"/>
          <p:cNvSpPr/>
          <p:nvPr/>
        </p:nvSpPr>
        <p:spPr>
          <a:xfrm>
            <a:off x="3260880" y="1269360"/>
            <a:ext cx="2317320" cy="12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88200">
              <a:lnSpc>
                <a:spcPts val="123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F2A612"/>
                </a:solidFill>
                <a:effectLst/>
                <a:uFillTx/>
                <a:latin typeface="Calibri"/>
              </a:rPr>
              <a:t>SEVERITY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ts val="1049"/>
              </a:lnSpc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Poor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conditions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known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contributing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18000"/>
              </a:lnSpc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factor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accidents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vehicle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damage;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potholes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unmarked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hazards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commonly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cited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road-safety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reports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safety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risk,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just</a:t>
            </a:r>
            <a:r>
              <a:rPr lang="en-IN" sz="90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</a:t>
            </a:r>
            <a:r>
              <a:rPr lang="en-IN" sz="90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inconvenience.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240" indent="25920" algn="ctr">
              <a:lnSpc>
                <a:spcPct val="118000"/>
              </a:lnSpc>
              <a:tabLst>
                <a:tab pos="0" algn="l"/>
              </a:tabLst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pending;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backed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public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road-safety/accident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reference]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object 41"/>
          <p:cNvSpPr/>
          <p:nvPr/>
        </p:nvSpPr>
        <p:spPr>
          <a:xfrm>
            <a:off x="5884560" y="1269360"/>
            <a:ext cx="2404440" cy="13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1808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CONSEQUENCE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Delayed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means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delayed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repair,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longer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periods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440" indent="-720" algn="ctr">
              <a:lnSpc>
                <a:spcPct val="117000"/>
              </a:lnSpc>
              <a:tabLst>
                <a:tab pos="0" algn="l"/>
              </a:tabLst>
            </a:pP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accident/damage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risk,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higher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vehicle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maintenance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costs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commuters,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slower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due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unaddressed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congestion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points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currently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there's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no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systematic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way to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link a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defect's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real-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world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urgency </a:t>
            </a:r>
            <a:r>
              <a:rPr lang="en-IN" sz="8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action.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720" algn="ctr">
              <a:lnSpc>
                <a:spcPct val="117000"/>
              </a:lnSpc>
              <a:tabLst>
                <a:tab pos="0" algn="l"/>
              </a:tabLst>
            </a:pP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 [E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 pending;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 be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backed</a:t>
            </a:r>
            <a:r>
              <a:rPr lang="en-IN" sz="8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repair-</a:t>
            </a:r>
            <a:r>
              <a:rPr lang="en-IN" sz="8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delay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if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contact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reached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before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Phase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2]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object 42"/>
          <p:cNvSpPr/>
          <p:nvPr/>
        </p:nvSpPr>
        <p:spPr>
          <a:xfrm>
            <a:off x="8503560" y="1617120"/>
            <a:ext cx="3171600" cy="81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algn="ctr">
              <a:lnSpc>
                <a:spcPct val="114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departments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(faster,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evidence-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backed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prioritization),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(documented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incident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enforcement),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commuters/citizens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(safer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roads,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less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vehicle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damage)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all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have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direct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stake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faster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response.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60" algn="ctr">
              <a:lnSpc>
                <a:spcPct val="100000"/>
              </a:lnSpc>
              <a:spcBef>
                <a:spcPts val="159"/>
              </a:spcBef>
            </a:pP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Evidence: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[E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pending]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object 43"/>
          <p:cNvSpPr/>
          <p:nvPr/>
        </p:nvSpPr>
        <p:spPr>
          <a:xfrm>
            <a:off x="666720" y="3098520"/>
            <a:ext cx="3370320" cy="13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9288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CURRENT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ALTERNATIVES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WHY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USERS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TOLERATE</a:t>
            </a:r>
            <a:r>
              <a:rPr lang="en-IN" sz="12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THEM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ts val="1179"/>
              </a:lnSpc>
              <a:spcBef>
                <a:spcPts val="60"/>
              </a:spcBef>
            </a:pP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process: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citizen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apps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inspections.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What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they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do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well: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they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work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when</a:t>
            </a:r>
            <a:r>
              <a:rPr lang="en-IN" sz="8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someone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actively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notices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reports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issue.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Why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gap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still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matters: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reporting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inconsistent,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inspections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8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periodic</a:t>
            </a:r>
            <a:r>
              <a:rPr lang="en-IN" sz="8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(not</a:t>
            </a:r>
            <a:r>
              <a:rPr lang="en-IN" sz="8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continuous),</a:t>
            </a:r>
            <a:r>
              <a:rPr lang="en-IN" sz="8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there's</a:t>
            </a:r>
            <a:r>
              <a:rPr lang="en-IN" sz="8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automatic</a:t>
            </a:r>
            <a:r>
              <a:rPr lang="en-IN" sz="8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prioritization 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severity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recurrence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so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defects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still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go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unnoticed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unaddressed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long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periods.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object 44"/>
          <p:cNvSpPr/>
          <p:nvPr/>
        </p:nvSpPr>
        <p:spPr>
          <a:xfrm>
            <a:off x="4577040" y="3011040"/>
            <a:ext cx="3292920" cy="13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9720" rIns="0" bIns="0" anchor="t">
            <a:spAutoFit/>
          </a:bodyPr>
          <a:p>
            <a:pPr marL="53280">
              <a:lnSpc>
                <a:spcPct val="100000"/>
              </a:lnSpc>
              <a:spcBef>
                <a:spcPts val="78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ADOPTION</a:t>
            </a:r>
            <a:r>
              <a:rPr lang="en-IN" sz="1250" b="1" u="none" spc="5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25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SUPPORT</a:t>
            </a:r>
            <a:r>
              <a:rPr lang="en-IN" sz="1250" b="1" u="none" spc="6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SIGNAL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5000"/>
              </a:lnSpc>
              <a:spcBef>
                <a:spcPts val="289"/>
              </a:spcBef>
              <a:tabLst>
                <a:tab pos="0" algn="l"/>
              </a:tabLst>
            </a:pP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Who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can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approve/sponsor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pilot: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state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corporations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(own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fleet)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smart-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city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cells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(already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invest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urban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monitoring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infrastructure).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What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they've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actually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said/done: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[leave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blank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pending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don't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invent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quote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commitment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you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don't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have].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Conditions/barriers:</a:t>
            </a:r>
            <a:r>
              <a:rPr lang="en-IN" sz="85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likely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requires</a:t>
            </a:r>
            <a:r>
              <a:rPr lang="en-IN" sz="850" b="1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data-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sharing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agreements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between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corporation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body,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demonstrated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pilot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before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wider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funding.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object 45"/>
          <p:cNvSpPr/>
          <p:nvPr/>
        </p:nvSpPr>
        <p:spPr>
          <a:xfrm>
            <a:off x="8506800" y="3459240"/>
            <a:ext cx="22680" cy="22680"/>
          </a:xfrm>
          <a:custGeom>
            <a:avLst/>
            <a:gdLst>
              <a:gd name="textAreaLeft" fmla="*/ 0 w 22680"/>
              <a:gd name="textAreaRight" fmla="*/ 23040 w 2268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2859" h="22860">
                <a:moveTo>
                  <a:pt x="14363" y="22510"/>
                </a:moveTo>
                <a:lnTo>
                  <a:pt x="8147" y="22510"/>
                </a:lnTo>
                <a:lnTo>
                  <a:pt x="5494" y="21412"/>
                </a:lnTo>
                <a:lnTo>
                  <a:pt x="1098" y="17016"/>
                </a:lnTo>
                <a:lnTo>
                  <a:pt x="0" y="14363"/>
                </a:lnTo>
                <a:lnTo>
                  <a:pt x="0" y="8147"/>
                </a:lnTo>
                <a:lnTo>
                  <a:pt x="1098" y="5494"/>
                </a:lnTo>
                <a:lnTo>
                  <a:pt x="5494" y="1098"/>
                </a:lnTo>
                <a:lnTo>
                  <a:pt x="8147" y="0"/>
                </a:lnTo>
                <a:lnTo>
                  <a:pt x="14363" y="0"/>
                </a:lnTo>
                <a:lnTo>
                  <a:pt x="17016" y="1098"/>
                </a:lnTo>
                <a:lnTo>
                  <a:pt x="21412" y="5494"/>
                </a:lnTo>
                <a:lnTo>
                  <a:pt x="22510" y="8147"/>
                </a:lnTo>
                <a:lnTo>
                  <a:pt x="22510" y="11255"/>
                </a:lnTo>
                <a:lnTo>
                  <a:pt x="22510" y="14363"/>
                </a:lnTo>
                <a:lnTo>
                  <a:pt x="21412" y="17016"/>
                </a:lnTo>
                <a:lnTo>
                  <a:pt x="17016" y="21412"/>
                </a:lnTo>
                <a:lnTo>
                  <a:pt x="14363" y="22510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object 46"/>
          <p:cNvSpPr/>
          <p:nvPr/>
        </p:nvSpPr>
        <p:spPr>
          <a:xfrm>
            <a:off x="8506800" y="3729600"/>
            <a:ext cx="22680" cy="22680"/>
          </a:xfrm>
          <a:custGeom>
            <a:avLst/>
            <a:gdLst>
              <a:gd name="textAreaLeft" fmla="*/ 0 w 22680"/>
              <a:gd name="textAreaRight" fmla="*/ 23040 w 2268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2859" h="22860">
                <a:moveTo>
                  <a:pt x="14363" y="22510"/>
                </a:moveTo>
                <a:lnTo>
                  <a:pt x="8147" y="22510"/>
                </a:lnTo>
                <a:lnTo>
                  <a:pt x="5494" y="21412"/>
                </a:lnTo>
                <a:lnTo>
                  <a:pt x="1098" y="17016"/>
                </a:lnTo>
                <a:lnTo>
                  <a:pt x="0" y="14363"/>
                </a:lnTo>
                <a:lnTo>
                  <a:pt x="0" y="8147"/>
                </a:lnTo>
                <a:lnTo>
                  <a:pt x="1098" y="5494"/>
                </a:lnTo>
                <a:lnTo>
                  <a:pt x="5494" y="1098"/>
                </a:lnTo>
                <a:lnTo>
                  <a:pt x="8147" y="0"/>
                </a:lnTo>
                <a:lnTo>
                  <a:pt x="14363" y="0"/>
                </a:lnTo>
                <a:lnTo>
                  <a:pt x="17016" y="1098"/>
                </a:lnTo>
                <a:lnTo>
                  <a:pt x="21412" y="5494"/>
                </a:lnTo>
                <a:lnTo>
                  <a:pt x="22510" y="8147"/>
                </a:lnTo>
                <a:lnTo>
                  <a:pt x="22510" y="11255"/>
                </a:lnTo>
                <a:lnTo>
                  <a:pt x="22510" y="14363"/>
                </a:lnTo>
                <a:lnTo>
                  <a:pt x="21412" y="17016"/>
                </a:lnTo>
                <a:lnTo>
                  <a:pt x="17016" y="21412"/>
                </a:lnTo>
                <a:lnTo>
                  <a:pt x="14363" y="22510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object 47"/>
          <p:cNvSpPr/>
          <p:nvPr/>
        </p:nvSpPr>
        <p:spPr>
          <a:xfrm>
            <a:off x="8506800" y="3999600"/>
            <a:ext cx="22680" cy="22680"/>
          </a:xfrm>
          <a:custGeom>
            <a:avLst/>
            <a:gdLst>
              <a:gd name="textAreaLeft" fmla="*/ 0 w 22680"/>
              <a:gd name="textAreaRight" fmla="*/ 23040 w 22680"/>
              <a:gd name="textAreaTop" fmla="*/ 0 h 22680"/>
              <a:gd name="textAreaBottom" fmla="*/ 23040 h 22680"/>
            </a:gdLst>
            <a:ahLst/>
            <a:cxnLst/>
            <a:rect l="textAreaLeft" t="textAreaTop" r="textAreaRight" b="textAreaBottom"/>
            <a:pathLst>
              <a:path w="22859" h="22860">
                <a:moveTo>
                  <a:pt x="14363" y="22510"/>
                </a:moveTo>
                <a:lnTo>
                  <a:pt x="8147" y="22510"/>
                </a:lnTo>
                <a:lnTo>
                  <a:pt x="5494" y="21412"/>
                </a:lnTo>
                <a:lnTo>
                  <a:pt x="1098" y="17016"/>
                </a:lnTo>
                <a:lnTo>
                  <a:pt x="0" y="14363"/>
                </a:lnTo>
                <a:lnTo>
                  <a:pt x="0" y="8147"/>
                </a:lnTo>
                <a:lnTo>
                  <a:pt x="1098" y="5494"/>
                </a:lnTo>
                <a:lnTo>
                  <a:pt x="5494" y="1098"/>
                </a:lnTo>
                <a:lnTo>
                  <a:pt x="8147" y="0"/>
                </a:lnTo>
                <a:lnTo>
                  <a:pt x="14363" y="0"/>
                </a:lnTo>
                <a:lnTo>
                  <a:pt x="17016" y="1098"/>
                </a:lnTo>
                <a:lnTo>
                  <a:pt x="21412" y="5494"/>
                </a:lnTo>
                <a:lnTo>
                  <a:pt x="22510" y="8147"/>
                </a:lnTo>
                <a:lnTo>
                  <a:pt x="22510" y="11255"/>
                </a:lnTo>
                <a:lnTo>
                  <a:pt x="22510" y="14363"/>
                </a:lnTo>
                <a:lnTo>
                  <a:pt x="21412" y="17016"/>
                </a:lnTo>
                <a:lnTo>
                  <a:pt x="17016" y="21412"/>
                </a:lnTo>
                <a:lnTo>
                  <a:pt x="14363" y="22510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object 48"/>
          <p:cNvSpPr/>
          <p:nvPr/>
        </p:nvSpPr>
        <p:spPr>
          <a:xfrm>
            <a:off x="8574120" y="3025800"/>
            <a:ext cx="3120120" cy="11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9880" rIns="0" bIns="0" anchor="t">
            <a:spAutoFit/>
          </a:bodyPr>
          <a:p>
            <a:pPr marL="12600">
              <a:lnSpc>
                <a:spcPct val="100000"/>
              </a:lnSpc>
              <a:spcBef>
                <a:spcPts val="944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BASELINE</a:t>
            </a:r>
            <a:r>
              <a:rPr lang="en-IN" sz="12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2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LATER</a:t>
            </a:r>
            <a:r>
              <a:rPr lang="en-IN" sz="120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SUCCESS</a:t>
            </a:r>
            <a:r>
              <a:rPr lang="en-IN" sz="1200" b="1" u="none" spc="-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TARGET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120">
              <a:lnSpc>
                <a:spcPct val="118000"/>
              </a:lnSpc>
              <a:spcBef>
                <a:spcPts val="408"/>
              </a:spcBef>
            </a:pP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Current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baseline: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[pending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needs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number,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e.g.,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average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days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from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75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75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repair,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which</a:t>
            </a:r>
            <a:r>
              <a:rPr lang="en-IN" sz="75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you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don't</a:t>
            </a:r>
            <a:r>
              <a:rPr lang="en-IN" sz="75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have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yet]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120" indent="22320">
              <a:lnSpc>
                <a:spcPct val="118000"/>
              </a:lnSpc>
              <a:tabLst>
                <a:tab pos="0" algn="l"/>
              </a:tabLst>
            </a:pP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Meaningful</a:t>
            </a:r>
            <a:r>
              <a:rPr lang="en-IN" sz="7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improvement:</a:t>
            </a:r>
            <a:r>
              <a:rPr lang="en-IN" sz="7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[pending</a:t>
            </a:r>
            <a:r>
              <a:rPr lang="en-IN" sz="7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7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define</a:t>
            </a:r>
            <a:r>
              <a:rPr lang="en-IN" sz="7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once</a:t>
            </a:r>
            <a:r>
              <a:rPr lang="en-IN" sz="7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</a:t>
            </a:r>
            <a:r>
              <a:rPr lang="en-IN" sz="7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7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known,</a:t>
            </a:r>
            <a:r>
              <a:rPr lang="en-IN" sz="7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e.g.,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"reduce</a:t>
            </a:r>
            <a:r>
              <a:rPr lang="en-IN" sz="75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average</a:t>
            </a:r>
            <a:r>
              <a:rPr lang="en-IN" sz="75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detection-to-alert</a:t>
            </a:r>
            <a:r>
              <a:rPr lang="en-IN" sz="75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</a:t>
            </a:r>
            <a:r>
              <a:rPr lang="en-IN" sz="75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75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under</a:t>
            </a:r>
            <a:r>
              <a:rPr lang="en-IN" sz="75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24</a:t>
            </a:r>
            <a:r>
              <a:rPr lang="en-IN" sz="75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hours"]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120" indent="22320">
              <a:lnSpc>
                <a:spcPct val="118000"/>
              </a:lnSpc>
              <a:tabLst>
                <a:tab pos="0" algn="l"/>
              </a:tabLst>
            </a:pP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How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it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will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measured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later: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Compare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alert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timestamps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against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action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logs</a:t>
            </a:r>
            <a:r>
              <a:rPr lang="en-IN" sz="75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during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pilot</a:t>
            </a:r>
            <a:r>
              <a:rPr lang="en-IN" sz="75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period.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ftr" idx="24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25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FFA09250-F88D-450F-89AC-4031A16D08CA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object 49"/>
          <p:cNvSpPr/>
          <p:nvPr/>
        </p:nvSpPr>
        <p:spPr>
          <a:xfrm>
            <a:off x="635040" y="4772160"/>
            <a:ext cx="1057608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6720" rIns="0" bIns="0" anchor="t">
            <a:spAutoFit/>
          </a:bodyPr>
          <a:p>
            <a:pPr marL="24120">
              <a:lnSpc>
                <a:spcPct val="100000"/>
              </a:lnSpc>
              <a:spcBef>
                <a:spcPts val="289"/>
              </a:spcBef>
            </a:pPr>
            <a:r>
              <a:rPr lang="en-IN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</a:t>
            </a:r>
            <a:r>
              <a:rPr lang="en-IN" sz="14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r>
              <a:rPr lang="en-IN" sz="14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4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 algn="ctr">
              <a:lnSpc>
                <a:spcPts val="1570"/>
              </a:lnSpc>
              <a:spcBef>
                <a:spcPts val="11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sufficiently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significant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justify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further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exploration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because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road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defect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reporting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currently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slow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inconsistent,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existing</a:t>
            </a:r>
            <a:r>
              <a:rPr lang="en-IN" sz="1100" b="1" u="none" spc="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complaint-based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systems</a:t>
            </a:r>
            <a:r>
              <a:rPr lang="en-IN" sz="1100" b="1" u="none" spc="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don't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provide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continuous,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evidence-backed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r>
              <a:rPr lang="en-IN" sz="1100" b="1" u="none" spc="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however,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team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has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yet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validated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true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severity,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financial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impact,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municipal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willingness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adopt</a:t>
            </a:r>
            <a:r>
              <a:rPr lang="en-IN" sz="1100" b="1" u="none" spc="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this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specific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solution,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treats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this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assumption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tested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</a:t>
            </a:r>
            <a:r>
              <a:rPr lang="en-IN" sz="1100" b="1" u="none" spc="2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2,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proven</a:t>
            </a:r>
            <a:r>
              <a:rPr lang="en-IN" sz="1100" b="1" u="none" spc="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fact.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04"/>
              </a:spcBef>
            </a:pP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84720">
              <a:lnSpc>
                <a:spcPct val="100000"/>
              </a:lnSpc>
            </a:pP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Avoid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unsupported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claims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such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as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“everyone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needs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this”,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“there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is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no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existing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solution”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or</a:t>
            </a:r>
            <a:r>
              <a:rPr lang="en-IN" sz="1050" b="0" i="1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“customers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will</a:t>
            </a:r>
            <a:r>
              <a:rPr lang="en-IN" sz="1050" b="0" i="1" u="none" spc="-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pay”.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object 2"/>
          <p:cNvGrpSpPr/>
          <p:nvPr/>
        </p:nvGrpSpPr>
        <p:grpSpPr>
          <a:xfrm>
            <a:off x="468360" y="1096920"/>
            <a:ext cx="11296440" cy="1393560"/>
            <a:chOff x="468360" y="1096920"/>
            <a:chExt cx="11296440" cy="1393560"/>
          </a:xfrm>
        </p:grpSpPr>
        <p:pic>
          <p:nvPicPr>
            <p:cNvPr id="457" name="object 3"/>
            <p:cNvPicPr/>
            <p:nvPr/>
          </p:nvPicPr>
          <p:blipFill>
            <a:blip r:embed="rId1"/>
            <a:stretch/>
          </p:blipFill>
          <p:spPr>
            <a:xfrm>
              <a:off x="476280" y="1123920"/>
              <a:ext cx="324036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58" name="object 4"/>
            <p:cNvPicPr/>
            <p:nvPr/>
          </p:nvPicPr>
          <p:blipFill>
            <a:blip r:embed="rId2"/>
            <a:stretch/>
          </p:blipFill>
          <p:spPr>
            <a:xfrm>
              <a:off x="468360" y="1096920"/>
              <a:ext cx="3266640" cy="1380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59" name="object 5"/>
            <p:cNvPicPr/>
            <p:nvPr/>
          </p:nvPicPr>
          <p:blipFill>
            <a:blip r:embed="rId3"/>
            <a:stretch/>
          </p:blipFill>
          <p:spPr>
            <a:xfrm>
              <a:off x="476280" y="1123920"/>
              <a:ext cx="175680" cy="1347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0" name="object 6"/>
            <p:cNvPicPr/>
            <p:nvPr/>
          </p:nvPicPr>
          <p:blipFill>
            <a:blip r:embed="rId4"/>
            <a:stretch/>
          </p:blipFill>
          <p:spPr>
            <a:xfrm>
              <a:off x="533520" y="1162080"/>
              <a:ext cx="66240" cy="1238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1" name="object 7"/>
            <p:cNvPicPr/>
            <p:nvPr/>
          </p:nvPicPr>
          <p:blipFill>
            <a:blip r:embed="rId5"/>
            <a:stretch/>
          </p:blipFill>
          <p:spPr>
            <a:xfrm>
              <a:off x="3657600" y="1724040"/>
              <a:ext cx="556920" cy="13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2" name="object 8"/>
            <p:cNvPicPr/>
            <p:nvPr/>
          </p:nvPicPr>
          <p:blipFill>
            <a:blip r:embed="rId6"/>
            <a:stretch/>
          </p:blipFill>
          <p:spPr>
            <a:xfrm>
              <a:off x="4133880" y="1123920"/>
              <a:ext cx="324036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3" name="object 9"/>
            <p:cNvPicPr/>
            <p:nvPr/>
          </p:nvPicPr>
          <p:blipFill>
            <a:blip r:embed="rId7"/>
            <a:stretch/>
          </p:blipFill>
          <p:spPr>
            <a:xfrm>
              <a:off x="4125960" y="1096920"/>
              <a:ext cx="3266640" cy="1380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4" name="object 10"/>
            <p:cNvPicPr/>
            <p:nvPr/>
          </p:nvPicPr>
          <p:blipFill>
            <a:blip r:embed="rId8"/>
            <a:stretch/>
          </p:blipFill>
          <p:spPr>
            <a:xfrm>
              <a:off x="4133880" y="1123920"/>
              <a:ext cx="175680" cy="1347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5" name="object 11"/>
            <p:cNvPicPr/>
            <p:nvPr/>
          </p:nvPicPr>
          <p:blipFill>
            <a:blip r:embed="rId9"/>
            <a:stretch/>
          </p:blipFill>
          <p:spPr>
            <a:xfrm>
              <a:off x="4191120" y="1162080"/>
              <a:ext cx="66240" cy="1238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6" name="object 12"/>
            <p:cNvPicPr/>
            <p:nvPr/>
          </p:nvPicPr>
          <p:blipFill>
            <a:blip r:embed="rId10"/>
            <a:stretch/>
          </p:blipFill>
          <p:spPr>
            <a:xfrm>
              <a:off x="7315200" y="1724040"/>
              <a:ext cx="556920" cy="1378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7" name="object 13"/>
            <p:cNvPicPr/>
            <p:nvPr/>
          </p:nvPicPr>
          <p:blipFill>
            <a:blip r:embed="rId11"/>
            <a:stretch/>
          </p:blipFill>
          <p:spPr>
            <a:xfrm>
              <a:off x="7791480" y="1123920"/>
              <a:ext cx="395568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8" name="object 14"/>
            <p:cNvPicPr/>
            <p:nvPr/>
          </p:nvPicPr>
          <p:blipFill>
            <a:blip r:embed="rId12"/>
            <a:stretch/>
          </p:blipFill>
          <p:spPr>
            <a:xfrm>
              <a:off x="7783560" y="1096920"/>
              <a:ext cx="3981240" cy="1380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9" name="object 15"/>
            <p:cNvPicPr/>
            <p:nvPr/>
          </p:nvPicPr>
          <p:blipFill>
            <a:blip r:embed="rId13"/>
            <a:stretch/>
          </p:blipFill>
          <p:spPr>
            <a:xfrm>
              <a:off x="7791480" y="1123920"/>
              <a:ext cx="175680" cy="1347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0" name="object 16"/>
            <p:cNvPicPr/>
            <p:nvPr/>
          </p:nvPicPr>
          <p:blipFill>
            <a:blip r:embed="rId14"/>
            <a:stretch/>
          </p:blipFill>
          <p:spPr>
            <a:xfrm>
              <a:off x="7848720" y="1162080"/>
              <a:ext cx="66240" cy="1238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71" name="object 17"/>
          <p:cNvGrpSpPr/>
          <p:nvPr/>
        </p:nvGrpSpPr>
        <p:grpSpPr>
          <a:xfrm>
            <a:off x="468360" y="2658960"/>
            <a:ext cx="2990520" cy="1193400"/>
            <a:chOff x="468360" y="2658960"/>
            <a:chExt cx="2990520" cy="1193400"/>
          </a:xfrm>
        </p:grpSpPr>
        <p:pic>
          <p:nvPicPr>
            <p:cNvPr id="472" name="object 18"/>
            <p:cNvPicPr/>
            <p:nvPr/>
          </p:nvPicPr>
          <p:blipFill>
            <a:blip r:embed="rId15"/>
            <a:stretch/>
          </p:blipFill>
          <p:spPr>
            <a:xfrm>
              <a:off x="476280" y="2685960"/>
              <a:ext cx="2966760" cy="1166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3" name="object 19"/>
            <p:cNvPicPr/>
            <p:nvPr/>
          </p:nvPicPr>
          <p:blipFill>
            <a:blip r:embed="rId16"/>
            <a:stretch/>
          </p:blipFill>
          <p:spPr>
            <a:xfrm>
              <a:off x="468360" y="2658960"/>
              <a:ext cx="2990520" cy="118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4" name="object 20"/>
            <p:cNvPicPr/>
            <p:nvPr/>
          </p:nvPicPr>
          <p:blipFill>
            <a:blip r:embed="rId17"/>
            <a:stretch/>
          </p:blipFill>
          <p:spPr>
            <a:xfrm>
              <a:off x="476280" y="2685960"/>
              <a:ext cx="175680" cy="1146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5" name="object 21"/>
            <p:cNvPicPr/>
            <p:nvPr/>
          </p:nvPicPr>
          <p:blipFill>
            <a:blip r:embed="rId18"/>
            <a:stretch/>
          </p:blipFill>
          <p:spPr>
            <a:xfrm>
              <a:off x="533520" y="2724120"/>
              <a:ext cx="66240" cy="10378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76" name="object 22"/>
          <p:cNvGrpSpPr/>
          <p:nvPr/>
        </p:nvGrpSpPr>
        <p:grpSpPr>
          <a:xfrm>
            <a:off x="3535560" y="2658960"/>
            <a:ext cx="2999880" cy="1193400"/>
            <a:chOff x="3535560" y="2658960"/>
            <a:chExt cx="2999880" cy="1193400"/>
          </a:xfrm>
        </p:grpSpPr>
        <p:pic>
          <p:nvPicPr>
            <p:cNvPr id="477" name="object 23"/>
            <p:cNvPicPr/>
            <p:nvPr/>
          </p:nvPicPr>
          <p:blipFill>
            <a:blip r:embed="rId19"/>
            <a:stretch/>
          </p:blipFill>
          <p:spPr>
            <a:xfrm>
              <a:off x="3543120" y="2685960"/>
              <a:ext cx="2975760" cy="1166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8" name="object 24"/>
            <p:cNvPicPr/>
            <p:nvPr/>
          </p:nvPicPr>
          <p:blipFill>
            <a:blip r:embed="rId20"/>
            <a:stretch/>
          </p:blipFill>
          <p:spPr>
            <a:xfrm>
              <a:off x="3535560" y="2658960"/>
              <a:ext cx="2999880" cy="118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79" name="object 25"/>
            <p:cNvPicPr/>
            <p:nvPr/>
          </p:nvPicPr>
          <p:blipFill>
            <a:blip r:embed="rId21"/>
            <a:stretch/>
          </p:blipFill>
          <p:spPr>
            <a:xfrm>
              <a:off x="3543480" y="2685960"/>
              <a:ext cx="185400" cy="1147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0" name="object 26"/>
            <p:cNvPicPr/>
            <p:nvPr/>
          </p:nvPicPr>
          <p:blipFill>
            <a:blip r:embed="rId22"/>
            <a:stretch/>
          </p:blipFill>
          <p:spPr>
            <a:xfrm>
              <a:off x="3600360" y="2724120"/>
              <a:ext cx="75960" cy="10378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81" name="object 27"/>
          <p:cNvGrpSpPr/>
          <p:nvPr/>
        </p:nvGrpSpPr>
        <p:grpSpPr>
          <a:xfrm>
            <a:off x="6612120" y="2658960"/>
            <a:ext cx="5152680" cy="1193400"/>
            <a:chOff x="6612120" y="2658960"/>
            <a:chExt cx="5152680" cy="1193400"/>
          </a:xfrm>
        </p:grpSpPr>
        <p:pic>
          <p:nvPicPr>
            <p:cNvPr id="482" name="object 28"/>
            <p:cNvPicPr/>
            <p:nvPr/>
          </p:nvPicPr>
          <p:blipFill>
            <a:blip r:embed="rId23"/>
            <a:stretch/>
          </p:blipFill>
          <p:spPr>
            <a:xfrm>
              <a:off x="6620040" y="2685960"/>
              <a:ext cx="5127120" cy="1166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3" name="object 29"/>
            <p:cNvPicPr/>
            <p:nvPr/>
          </p:nvPicPr>
          <p:blipFill>
            <a:blip r:embed="rId24"/>
            <a:stretch/>
          </p:blipFill>
          <p:spPr>
            <a:xfrm>
              <a:off x="6612120" y="2658960"/>
              <a:ext cx="5152680" cy="118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4" name="object 30"/>
            <p:cNvPicPr/>
            <p:nvPr/>
          </p:nvPicPr>
          <p:blipFill>
            <a:blip r:embed="rId25"/>
            <a:stretch/>
          </p:blipFill>
          <p:spPr>
            <a:xfrm>
              <a:off x="6620040" y="2685960"/>
              <a:ext cx="175680" cy="1146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5" name="object 31"/>
            <p:cNvPicPr/>
            <p:nvPr/>
          </p:nvPicPr>
          <p:blipFill>
            <a:blip r:embed="rId26"/>
            <a:stretch/>
          </p:blipFill>
          <p:spPr>
            <a:xfrm>
              <a:off x="6676920" y="2724120"/>
              <a:ext cx="66240" cy="10378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486" name="object 32"/>
          <p:cNvPicPr/>
          <p:nvPr/>
        </p:nvPicPr>
        <p:blipFill>
          <a:blip r:embed="rId27"/>
          <a:stretch/>
        </p:blipFill>
        <p:spPr>
          <a:xfrm>
            <a:off x="460440" y="4026600"/>
            <a:ext cx="11296440" cy="173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object 33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1"/>
          <p:cNvSpPr>
            <a:spLocks noGrp="1"/>
          </p:cNvSpPr>
          <p:nvPr>
            <p:ph type="ftr" idx="26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 type="sldNum" idx="27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496C098E-77D6-41F4-9F12-7BF9AE4DF635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Learning loop, problem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boundary and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remaining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risks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1" name="object 35"/>
          <p:cNvSpPr/>
          <p:nvPr/>
        </p:nvSpPr>
        <p:spPr>
          <a:xfrm>
            <a:off x="993600" y="692640"/>
            <a:ext cx="527976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strong</a:t>
            </a:r>
            <a:r>
              <a:rPr lang="en-IN" sz="105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Phase1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submission shows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changed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thinking and makes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there maining</a:t>
            </a:r>
            <a:r>
              <a:rPr lang="en-IN" sz="105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uncertainty explicit.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object 36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object 37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object 38"/>
          <p:cNvSpPr/>
          <p:nvPr/>
        </p:nvSpPr>
        <p:spPr>
          <a:xfrm>
            <a:off x="10983240" y="306000"/>
            <a:ext cx="424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</a:t>
            </a:r>
            <a:r>
              <a:rPr lang="en-IN" sz="900" b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CID </a:t>
            </a:r>
            <a:r>
              <a:rPr lang="en-IN" sz="900" b="1" u="none" spc="-51" strike="noStrike">
                <a:solidFill>
                  <a:srgbClr val="7B868E"/>
                </a:solidFill>
                <a:effectLst/>
                <a:uFillTx/>
                <a:latin typeface="Calibri"/>
              </a:rPr>
              <a:t>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object 39"/>
          <p:cNvSpPr/>
          <p:nvPr/>
        </p:nvSpPr>
        <p:spPr>
          <a:xfrm>
            <a:off x="698400" y="1244880"/>
            <a:ext cx="103608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INITIAL </a:t>
            </a: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BELIEF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object 40"/>
          <p:cNvSpPr/>
          <p:nvPr/>
        </p:nvSpPr>
        <p:spPr>
          <a:xfrm>
            <a:off x="8059680" y="1244880"/>
            <a:ext cx="114264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REVISED</a:t>
            </a:r>
            <a:r>
              <a:rPr lang="en-IN" sz="1350" b="1" u="none" spc="-5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FOCUS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object 41"/>
          <p:cNvSpPr/>
          <p:nvPr/>
        </p:nvSpPr>
        <p:spPr>
          <a:xfrm>
            <a:off x="573120" y="4565160"/>
            <a:ext cx="151416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Customer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access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value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object 42"/>
          <p:cNvSpPr/>
          <p:nvPr/>
        </p:nvSpPr>
        <p:spPr>
          <a:xfrm>
            <a:off x="573120" y="4162680"/>
            <a:ext cx="10836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Assumption</a:t>
            </a:r>
            <a:r>
              <a:rPr lang="en-IN" sz="1100" b="1" u="none" spc="8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en-IN" sz="1100" b="1" u="none" spc="8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risk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object 43"/>
          <p:cNvSpPr/>
          <p:nvPr/>
        </p:nvSpPr>
        <p:spPr>
          <a:xfrm>
            <a:off x="573120" y="4962960"/>
            <a:ext cx="158076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Technical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resource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object 44"/>
          <p:cNvSpPr/>
          <p:nvPr/>
        </p:nvSpPr>
        <p:spPr>
          <a:xfrm>
            <a:off x="573120" y="5361120"/>
            <a:ext cx="22766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Ethics</a:t>
            </a:r>
            <a:r>
              <a:rPr lang="en-IN" sz="110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safety</a:t>
            </a:r>
            <a:r>
              <a:rPr lang="en-IN" sz="110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privacy</a:t>
            </a:r>
            <a:r>
              <a:rPr lang="en-IN" sz="110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10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authorization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object 45"/>
          <p:cNvSpPr/>
          <p:nvPr/>
        </p:nvSpPr>
        <p:spPr>
          <a:xfrm>
            <a:off x="4611240" y="4162680"/>
            <a:ext cx="10486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Current</a:t>
            </a:r>
            <a:r>
              <a:rPr lang="en-IN" sz="1100" b="1" u="none" spc="7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evidence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object 46"/>
          <p:cNvSpPr/>
          <p:nvPr/>
        </p:nvSpPr>
        <p:spPr>
          <a:xfrm>
            <a:off x="6796440" y="4162680"/>
            <a:ext cx="11350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Next</a:t>
            </a:r>
            <a:r>
              <a:rPr lang="en-IN" sz="1100" b="1" u="none" spc="5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</a:t>
            </a:r>
            <a:r>
              <a:rPr lang="en-IN" sz="1100" b="1" u="none" spc="5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en-IN" sz="1100" b="1" u="none" spc="5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control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object 47"/>
          <p:cNvSpPr/>
          <p:nvPr/>
        </p:nvSpPr>
        <p:spPr>
          <a:xfrm>
            <a:off x="2505240" y="5838840"/>
            <a:ext cx="72615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Do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not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collect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sensitive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data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or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test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on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people,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devices,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networks,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machinery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or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sites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without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permission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and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B13A48"/>
                </a:solidFill>
                <a:effectLst/>
                <a:uFillTx/>
                <a:latin typeface="Calibri"/>
              </a:rPr>
              <a:t>appropriate</a:t>
            </a:r>
            <a:r>
              <a:rPr lang="en-IN" sz="1050" b="1" u="none" spc="-14" strike="noStrike">
                <a:solidFill>
                  <a:srgbClr val="B13A48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controls.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object 48"/>
          <p:cNvSpPr/>
          <p:nvPr/>
        </p:nvSpPr>
        <p:spPr>
          <a:xfrm>
            <a:off x="710280" y="1603080"/>
            <a:ext cx="27820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 algn="ctr">
              <a:lnSpc>
                <a:spcPct val="115000"/>
              </a:lnSpc>
              <a:spcBef>
                <a:spcPts val="91"/>
              </a:spcBef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0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team</a:t>
            </a:r>
            <a:r>
              <a:rPr lang="en-IN" sz="90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initially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assumed</a:t>
            </a:r>
            <a:r>
              <a:rPr lang="en-IN" sz="90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</a:t>
            </a:r>
            <a:r>
              <a:rPr lang="en-IN" sz="90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problem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was</a:t>
            </a:r>
            <a:r>
              <a:rPr lang="en-IN" sz="90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absence</a:t>
            </a:r>
            <a:r>
              <a:rPr lang="en-IN" sz="9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any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systematic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way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defects</a:t>
            </a:r>
            <a:r>
              <a:rPr lang="en-IN" sz="900" b="1" u="none" spc="5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that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better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technology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alone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would</a:t>
            </a:r>
            <a:r>
              <a:rPr lang="en-IN" sz="9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solve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delayed-maintenance</a:t>
            </a:r>
            <a:r>
              <a:rPr lang="en-IN" sz="900" b="1" u="none" spc="19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issue.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object 49"/>
          <p:cNvSpPr/>
          <p:nvPr/>
        </p:nvSpPr>
        <p:spPr>
          <a:xfrm>
            <a:off x="4225320" y="1187280"/>
            <a:ext cx="302652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2560" rIns="0" bIns="0" anchor="t">
            <a:spAutoFit/>
          </a:bodyPr>
          <a:p>
            <a:pPr marL="189360">
              <a:lnSpc>
                <a:spcPct val="100000"/>
              </a:lnSpc>
              <a:spcBef>
                <a:spcPts val="414"/>
              </a:spcBef>
            </a:pP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10000"/>
              </a:lnSpc>
              <a:spcBef>
                <a:spcPts val="91"/>
              </a:spcBef>
            </a:pP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Research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into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8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pothole-reporting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systems</a:t>
            </a:r>
            <a:r>
              <a:rPr lang="en-IN" sz="85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(e.g.,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citizen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apps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used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Indian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cities)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showed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that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many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potholes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already reported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citizens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but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remain</a:t>
            </a:r>
            <a:r>
              <a:rPr lang="en-IN" sz="8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unrepaired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weeks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months.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This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contradicts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initial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belief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bottleneck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isn't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purely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detection,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since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known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defects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already</a:t>
            </a:r>
            <a:r>
              <a:rPr lang="en-IN" sz="8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go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unaddressed.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object 50"/>
          <p:cNvSpPr/>
          <p:nvPr/>
        </p:nvSpPr>
        <p:spPr>
          <a:xfrm>
            <a:off x="8003160" y="1604520"/>
            <a:ext cx="361548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240" algn="ctr">
              <a:lnSpc>
                <a:spcPct val="111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0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project</a:t>
            </a:r>
            <a:r>
              <a:rPr lang="en-IN" sz="90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shifted</a:t>
            </a:r>
            <a:r>
              <a:rPr lang="en-IN" sz="90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from</a:t>
            </a:r>
            <a:r>
              <a:rPr lang="en-IN" sz="90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"detect</a:t>
            </a:r>
            <a:r>
              <a:rPr lang="en-IN" sz="90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defects</a:t>
            </a:r>
            <a:r>
              <a:rPr lang="en-IN" sz="90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nobody</a:t>
            </a:r>
            <a:r>
              <a:rPr lang="en-IN" sz="90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knows</a:t>
            </a:r>
            <a:r>
              <a:rPr lang="en-IN" sz="90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about"</a:t>
            </a:r>
            <a:r>
              <a:rPr lang="en-IN" sz="90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0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"generate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timestamped,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GPS-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tagged,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recurrence-tracked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evidence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that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strengthens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accountability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helps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prioritize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which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defects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get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fixed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first," rather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than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assuming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alone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drives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faster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object 51"/>
          <p:cNvSpPr/>
          <p:nvPr/>
        </p:nvSpPr>
        <p:spPr>
          <a:xfrm>
            <a:off x="668880" y="2799360"/>
            <a:ext cx="2581560" cy="9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400" rIns="0" bIns="0" anchor="t">
            <a:spAutoFit/>
          </a:bodyPr>
          <a:p>
            <a:pPr marL="90000">
              <a:lnSpc>
                <a:spcPct val="100000"/>
              </a:lnSpc>
              <a:spcBef>
                <a:spcPts val="609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IN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SCOPE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 indent="-720" algn="ctr">
              <a:lnSpc>
                <a:spcPct val="117000"/>
              </a:lnSpc>
              <a:spcBef>
                <a:spcPts val="244"/>
              </a:spcBef>
              <a:tabLst>
                <a:tab pos="0" algn="l"/>
              </a:tabLst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Road-facing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detection,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90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density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estimation,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incident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(hit-and-run)</a:t>
            </a:r>
            <a:r>
              <a:rPr lang="en-IN" sz="900" b="1" u="none" spc="7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capture</a:t>
            </a:r>
            <a:r>
              <a:rPr lang="en-IN" sz="90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using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camera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feeds,</a:t>
            </a:r>
            <a:r>
              <a:rPr lang="en-IN" sz="9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limited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defined</a:t>
            </a:r>
            <a:r>
              <a:rPr lang="en-IN" sz="9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pilot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route.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object 52"/>
          <p:cNvSpPr/>
          <p:nvPr/>
        </p:nvSpPr>
        <p:spPr>
          <a:xfrm>
            <a:off x="3687120" y="2904840"/>
            <a:ext cx="272052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4652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OUT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OF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SCOPE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FOR</a:t>
            </a:r>
            <a:r>
              <a:rPr lang="en-IN" sz="1200" b="1" u="none" spc="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NOW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6000"/>
              </a:lnSpc>
              <a:spcBef>
                <a:spcPts val="689"/>
              </a:spcBef>
              <a:tabLst>
                <a:tab pos="0" algn="l"/>
              </a:tabLst>
            </a:pP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Passenger cabin monitoring, fully automated </a:t>
            </a:r>
            <a:r>
              <a:rPr lang="en-IN" sz="850" b="1" u="none" spc="-20" strike="noStrike">
                <a:solidFill>
                  <a:srgbClr val="3C484E"/>
                </a:solidFill>
                <a:effectLst/>
                <a:uFillTx/>
                <a:latin typeface="Calibri"/>
              </a:rPr>
              <a:t>law-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enforcement</a:t>
            </a:r>
            <a:r>
              <a:rPr lang="en-IN" sz="850" b="1" u="none" spc="85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action</a:t>
            </a:r>
            <a:r>
              <a:rPr lang="en-IN" sz="850" b="1" u="none" spc="85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(alerts</a:t>
            </a:r>
            <a:r>
              <a:rPr lang="en-IN" sz="850" b="1" u="none" spc="85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go</a:t>
            </a:r>
            <a:r>
              <a:rPr lang="en-IN" sz="850" b="1" u="none" spc="91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to</a:t>
            </a:r>
            <a:r>
              <a:rPr lang="en-IN" sz="850" b="1" u="none" spc="85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human</a:t>
            </a:r>
            <a:r>
              <a:rPr lang="en-IN" sz="850" b="1" u="none" spc="85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review</a:t>
            </a:r>
            <a:r>
              <a:rPr lang="en-IN" sz="850" b="1" u="none" spc="85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only),</a:t>
            </a:r>
            <a:r>
              <a:rPr lang="en-IN" sz="850" b="1" u="none" spc="91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6" strike="noStrike">
                <a:solidFill>
                  <a:srgbClr val="3C484E"/>
                </a:solidFill>
                <a:effectLst/>
                <a:uFillTx/>
                <a:latin typeface="Calibri"/>
              </a:rPr>
              <a:t>and</a:t>
            </a:r>
            <a:r>
              <a:rPr lang="en-IN" sz="850" b="1" u="none" spc="499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full</a:t>
            </a:r>
            <a:r>
              <a:rPr lang="en-IN" sz="850" b="1" u="none" spc="74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3C484E"/>
                </a:solidFill>
                <a:effectLst/>
                <a:uFillTx/>
                <a:latin typeface="Calibri"/>
              </a:rPr>
              <a:t>city-wide</a:t>
            </a:r>
            <a:r>
              <a:rPr lang="en-IN" sz="850" b="1" u="none" spc="74" strike="noStrike">
                <a:solidFill>
                  <a:srgbClr val="3C484E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3C484E"/>
                </a:solidFill>
                <a:effectLst/>
                <a:uFillTx/>
                <a:latin typeface="Calibri"/>
              </a:rPr>
              <a:t>deployment.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object 53"/>
          <p:cNvSpPr/>
          <p:nvPr/>
        </p:nvSpPr>
        <p:spPr>
          <a:xfrm>
            <a:off x="6869160" y="2791800"/>
            <a:ext cx="4313880" cy="86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4960" rIns="0" bIns="0" anchor="t">
            <a:spAutoFit/>
          </a:bodyPr>
          <a:p>
            <a:pPr marL="12600">
              <a:lnSpc>
                <a:spcPct val="100000"/>
              </a:lnSpc>
              <a:spcBef>
                <a:spcPts val="669"/>
              </a:spcBef>
            </a:pP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KEY</a:t>
            </a:r>
            <a:r>
              <a:rPr lang="en-IN" sz="12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r>
              <a:rPr lang="en-IN" sz="120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GAP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1800" algn="ctr">
              <a:lnSpc>
                <a:spcPct val="118000"/>
              </a:lnSpc>
              <a:spcBef>
                <a:spcPts val="286"/>
              </a:spcBef>
            </a:pP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Whether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</a:t>
            </a:r>
            <a:r>
              <a:rPr lang="en-IN" sz="10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delays</a:t>
            </a:r>
            <a:r>
              <a:rPr lang="en-IN" sz="10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primarily</a:t>
            </a:r>
            <a:r>
              <a:rPr lang="en-IN" sz="10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caused</a:t>
            </a:r>
            <a:r>
              <a:rPr lang="en-IN" sz="10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budget/process</a:t>
            </a:r>
            <a:r>
              <a:rPr lang="en-IN" sz="1000" b="1" u="none" spc="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bottlenecks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lack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awareness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needs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confirmation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from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transport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authority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contact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before</a:t>
            </a:r>
            <a:r>
              <a:rPr lang="en-IN" sz="1000" b="1" u="none" spc="4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Phase</a:t>
            </a:r>
            <a:r>
              <a:rPr lang="en-IN" sz="1000" b="1" u="none" spc="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2.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object 54"/>
          <p:cNvSpPr/>
          <p:nvPr/>
        </p:nvSpPr>
        <p:spPr>
          <a:xfrm>
            <a:off x="7055280" y="4895280"/>
            <a:ext cx="432036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993240" indent="-981000">
              <a:lnSpc>
                <a:spcPct val="118000"/>
              </a:lnSpc>
              <a:spcBef>
                <a:spcPts val="91"/>
              </a:spcBef>
              <a:tabLst>
                <a:tab pos="0" algn="l"/>
              </a:tabLst>
            </a:pP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Download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5–10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sample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bus/dashcam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videos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and</a:t>
            </a:r>
            <a:r>
              <a:rPr lang="en-IN" sz="1000" b="0" u="none" spc="45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run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pretrained</a:t>
            </a:r>
            <a:r>
              <a:rPr lang="en-IN" sz="10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pothole/object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detection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model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to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check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baseline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accuracy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object 55"/>
          <p:cNvSpPr/>
          <p:nvPr/>
        </p:nvSpPr>
        <p:spPr>
          <a:xfrm>
            <a:off x="7020360" y="5280480"/>
            <a:ext cx="385272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579240" indent="-567000">
              <a:lnSpc>
                <a:spcPct val="118000"/>
              </a:lnSpc>
              <a:spcBef>
                <a:spcPts val="91"/>
              </a:spcBef>
              <a:tabLst>
                <a:tab pos="0" algn="l"/>
              </a:tabLst>
            </a:pP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Write</a:t>
            </a:r>
            <a:r>
              <a:rPr lang="en-IN" sz="100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one-page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data-handling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policy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stating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only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road-facing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footage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is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 processed,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no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passenger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data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is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collected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or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stored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object 56"/>
          <p:cNvSpPr/>
          <p:nvPr/>
        </p:nvSpPr>
        <p:spPr>
          <a:xfrm>
            <a:off x="7056360" y="4461480"/>
            <a:ext cx="437040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612720" indent="-600840">
              <a:lnSpc>
                <a:spcPct val="118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Speak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to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one</a:t>
            </a:r>
            <a:r>
              <a:rPr lang="en-IN" sz="100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municipal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ward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officer,</a:t>
            </a:r>
            <a:r>
              <a:rPr lang="en-IN" sz="100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transport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corporation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staff</a:t>
            </a:r>
            <a:r>
              <a:rPr lang="en-IN" sz="100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member,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or</a:t>
            </a:r>
            <a:r>
              <a:rPr lang="en-IN" sz="100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traffic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police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contact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to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confirm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what</a:t>
            </a:r>
            <a:r>
              <a:rPr lang="en-IN" sz="100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actually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causes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repair</a:t>
            </a:r>
            <a:r>
              <a:rPr lang="en-IN" sz="1000" b="0" u="none" spc="3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delays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object 57"/>
          <p:cNvSpPr/>
          <p:nvPr/>
        </p:nvSpPr>
        <p:spPr>
          <a:xfrm>
            <a:off x="5010120" y="4545000"/>
            <a:ext cx="1110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None</a:t>
            </a:r>
            <a:r>
              <a:rPr lang="en-IN" sz="11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collected</a:t>
            </a:r>
            <a:r>
              <a:rPr lang="en-IN" sz="1100" b="0" u="none" spc="45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yet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object 58"/>
          <p:cNvSpPr/>
          <p:nvPr/>
        </p:nvSpPr>
        <p:spPr>
          <a:xfrm>
            <a:off x="4990680" y="4925880"/>
            <a:ext cx="1110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None</a:t>
            </a:r>
            <a:r>
              <a:rPr lang="en-IN" sz="11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collected</a:t>
            </a:r>
            <a:r>
              <a:rPr lang="en-IN" sz="1100" b="0" u="none" spc="45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yet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object 59"/>
          <p:cNvSpPr/>
          <p:nvPr/>
        </p:nvSpPr>
        <p:spPr>
          <a:xfrm>
            <a:off x="4990680" y="5381640"/>
            <a:ext cx="1110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None</a:t>
            </a:r>
            <a:r>
              <a:rPr lang="en-IN" sz="1100" b="0" u="none" spc="4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collected</a:t>
            </a:r>
            <a:r>
              <a:rPr lang="en-IN" sz="1100" b="0" u="none" spc="45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100" b="0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yet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object 2"/>
          <p:cNvGrpSpPr/>
          <p:nvPr/>
        </p:nvGrpSpPr>
        <p:grpSpPr>
          <a:xfrm>
            <a:off x="469080" y="1107360"/>
            <a:ext cx="2609640" cy="1906920"/>
            <a:chOff x="469080" y="1107360"/>
            <a:chExt cx="2609640" cy="1906920"/>
          </a:xfrm>
        </p:grpSpPr>
        <p:pic>
          <p:nvPicPr>
            <p:cNvPr id="517" name="object 3"/>
            <p:cNvPicPr/>
            <p:nvPr/>
          </p:nvPicPr>
          <p:blipFill>
            <a:blip r:embed="rId1"/>
            <a:stretch/>
          </p:blipFill>
          <p:spPr>
            <a:xfrm>
              <a:off x="476280" y="1133280"/>
              <a:ext cx="258588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18" name="object 4"/>
            <p:cNvPicPr/>
            <p:nvPr/>
          </p:nvPicPr>
          <p:blipFill>
            <a:blip r:embed="rId2"/>
            <a:stretch/>
          </p:blipFill>
          <p:spPr>
            <a:xfrm>
              <a:off x="469080" y="1107360"/>
              <a:ext cx="260964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19" name="object 5"/>
            <p:cNvPicPr/>
            <p:nvPr/>
          </p:nvPicPr>
          <p:blipFill>
            <a:blip r:embed="rId3"/>
            <a:stretch/>
          </p:blipFill>
          <p:spPr>
            <a:xfrm>
              <a:off x="638280" y="1276200"/>
              <a:ext cx="547200" cy="54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0" name="object 6"/>
            <p:cNvPicPr/>
            <p:nvPr/>
          </p:nvPicPr>
          <p:blipFill>
            <a:blip r:embed="rId4"/>
            <a:stretch/>
          </p:blipFill>
          <p:spPr>
            <a:xfrm>
              <a:off x="695160" y="131436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21" name="object 7"/>
          <p:cNvGrpSpPr/>
          <p:nvPr/>
        </p:nvGrpSpPr>
        <p:grpSpPr>
          <a:xfrm>
            <a:off x="3269520" y="1107360"/>
            <a:ext cx="2619000" cy="1906920"/>
            <a:chOff x="3269520" y="1107360"/>
            <a:chExt cx="2619000" cy="1906920"/>
          </a:xfrm>
        </p:grpSpPr>
        <p:pic>
          <p:nvPicPr>
            <p:cNvPr id="522" name="object 8"/>
            <p:cNvPicPr/>
            <p:nvPr/>
          </p:nvPicPr>
          <p:blipFill>
            <a:blip r:embed="rId5"/>
            <a:stretch/>
          </p:blipFill>
          <p:spPr>
            <a:xfrm>
              <a:off x="3276720" y="1133280"/>
              <a:ext cx="259380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3" name="object 9"/>
            <p:cNvPicPr/>
            <p:nvPr/>
          </p:nvPicPr>
          <p:blipFill>
            <a:blip r:embed="rId6"/>
            <a:stretch/>
          </p:blipFill>
          <p:spPr>
            <a:xfrm>
              <a:off x="3269520" y="1107360"/>
              <a:ext cx="261900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4" name="object 10"/>
            <p:cNvPicPr/>
            <p:nvPr/>
          </p:nvPicPr>
          <p:blipFill>
            <a:blip r:embed="rId7"/>
            <a:stretch/>
          </p:blipFill>
          <p:spPr>
            <a:xfrm>
              <a:off x="3448080" y="1276200"/>
              <a:ext cx="547200" cy="54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5" name="object 11"/>
            <p:cNvPicPr/>
            <p:nvPr/>
          </p:nvPicPr>
          <p:blipFill>
            <a:blip r:embed="rId8"/>
            <a:stretch/>
          </p:blipFill>
          <p:spPr>
            <a:xfrm>
              <a:off x="3505320" y="131436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26" name="object 12"/>
          <p:cNvGrpSpPr/>
          <p:nvPr/>
        </p:nvGrpSpPr>
        <p:grpSpPr>
          <a:xfrm>
            <a:off x="6079320" y="1107360"/>
            <a:ext cx="2609640" cy="1906920"/>
            <a:chOff x="6079320" y="1107360"/>
            <a:chExt cx="2609640" cy="1906920"/>
          </a:xfrm>
        </p:grpSpPr>
        <p:pic>
          <p:nvPicPr>
            <p:cNvPr id="527" name="object 13"/>
            <p:cNvPicPr/>
            <p:nvPr/>
          </p:nvPicPr>
          <p:blipFill>
            <a:blip r:embed="rId9"/>
            <a:stretch/>
          </p:blipFill>
          <p:spPr>
            <a:xfrm>
              <a:off x="6086520" y="1133280"/>
              <a:ext cx="258588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8" name="object 14"/>
            <p:cNvPicPr/>
            <p:nvPr/>
          </p:nvPicPr>
          <p:blipFill>
            <a:blip r:embed="rId10"/>
            <a:stretch/>
          </p:blipFill>
          <p:spPr>
            <a:xfrm>
              <a:off x="6079320" y="1107360"/>
              <a:ext cx="260964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29" name="object 15"/>
            <p:cNvPicPr/>
            <p:nvPr/>
          </p:nvPicPr>
          <p:blipFill>
            <a:blip r:embed="rId11"/>
            <a:stretch/>
          </p:blipFill>
          <p:spPr>
            <a:xfrm>
              <a:off x="6248520" y="1276200"/>
              <a:ext cx="547200" cy="54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0" name="object 16"/>
            <p:cNvPicPr/>
            <p:nvPr/>
          </p:nvPicPr>
          <p:blipFill>
            <a:blip r:embed="rId12"/>
            <a:stretch/>
          </p:blipFill>
          <p:spPr>
            <a:xfrm>
              <a:off x="6305400" y="131436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31" name="object 17"/>
          <p:cNvGrpSpPr/>
          <p:nvPr/>
        </p:nvGrpSpPr>
        <p:grpSpPr>
          <a:xfrm>
            <a:off x="8889120" y="1107360"/>
            <a:ext cx="2609640" cy="1906920"/>
            <a:chOff x="8889120" y="1107360"/>
            <a:chExt cx="2609640" cy="1906920"/>
          </a:xfrm>
        </p:grpSpPr>
        <p:pic>
          <p:nvPicPr>
            <p:cNvPr id="532" name="object 18"/>
            <p:cNvPicPr/>
            <p:nvPr/>
          </p:nvPicPr>
          <p:blipFill>
            <a:blip r:embed="rId13"/>
            <a:stretch/>
          </p:blipFill>
          <p:spPr>
            <a:xfrm>
              <a:off x="8896320" y="1133280"/>
              <a:ext cx="258588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3" name="object 19"/>
            <p:cNvPicPr/>
            <p:nvPr/>
          </p:nvPicPr>
          <p:blipFill>
            <a:blip r:embed="rId14"/>
            <a:stretch/>
          </p:blipFill>
          <p:spPr>
            <a:xfrm>
              <a:off x="8889120" y="1107360"/>
              <a:ext cx="260964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4" name="object 20"/>
            <p:cNvPicPr/>
            <p:nvPr/>
          </p:nvPicPr>
          <p:blipFill>
            <a:blip r:embed="rId15"/>
            <a:stretch/>
          </p:blipFill>
          <p:spPr>
            <a:xfrm>
              <a:off x="9058320" y="1276200"/>
              <a:ext cx="547200" cy="547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5" name="object 21"/>
            <p:cNvPicPr/>
            <p:nvPr/>
          </p:nvPicPr>
          <p:blipFill>
            <a:blip r:embed="rId16"/>
            <a:stretch/>
          </p:blipFill>
          <p:spPr>
            <a:xfrm>
              <a:off x="9115560" y="1314360"/>
              <a:ext cx="437760" cy="437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36" name="object 22"/>
          <p:cNvGrpSpPr/>
          <p:nvPr/>
        </p:nvGrpSpPr>
        <p:grpSpPr>
          <a:xfrm>
            <a:off x="1183320" y="3336120"/>
            <a:ext cx="3066840" cy="1907280"/>
            <a:chOff x="1183320" y="3336120"/>
            <a:chExt cx="3066840" cy="1907280"/>
          </a:xfrm>
        </p:grpSpPr>
        <p:pic>
          <p:nvPicPr>
            <p:cNvPr id="537" name="object 23"/>
            <p:cNvPicPr/>
            <p:nvPr/>
          </p:nvPicPr>
          <p:blipFill>
            <a:blip r:embed="rId17"/>
            <a:stretch/>
          </p:blipFill>
          <p:spPr>
            <a:xfrm>
              <a:off x="1190520" y="3362400"/>
              <a:ext cx="304200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8" name="object 24"/>
            <p:cNvPicPr/>
            <p:nvPr/>
          </p:nvPicPr>
          <p:blipFill>
            <a:blip r:embed="rId18"/>
            <a:stretch/>
          </p:blipFill>
          <p:spPr>
            <a:xfrm>
              <a:off x="1183320" y="3336120"/>
              <a:ext cx="306684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9" name="object 25"/>
            <p:cNvPicPr/>
            <p:nvPr/>
          </p:nvPicPr>
          <p:blipFill>
            <a:blip r:embed="rId19"/>
            <a:stretch/>
          </p:blipFill>
          <p:spPr>
            <a:xfrm>
              <a:off x="1352520" y="3504960"/>
              <a:ext cx="54720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0" name="object 26"/>
            <p:cNvPicPr/>
            <p:nvPr/>
          </p:nvPicPr>
          <p:blipFill>
            <a:blip r:embed="rId20"/>
            <a:stretch/>
          </p:blipFill>
          <p:spPr>
            <a:xfrm>
              <a:off x="1409760" y="3543120"/>
              <a:ext cx="437760" cy="447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41" name="object 27"/>
          <p:cNvGrpSpPr/>
          <p:nvPr/>
        </p:nvGrpSpPr>
        <p:grpSpPr>
          <a:xfrm>
            <a:off x="4450320" y="3336120"/>
            <a:ext cx="3066840" cy="1907280"/>
            <a:chOff x="4450320" y="3336120"/>
            <a:chExt cx="3066840" cy="1907280"/>
          </a:xfrm>
        </p:grpSpPr>
        <p:pic>
          <p:nvPicPr>
            <p:cNvPr id="542" name="object 28"/>
            <p:cNvPicPr/>
            <p:nvPr/>
          </p:nvPicPr>
          <p:blipFill>
            <a:blip r:embed="rId21"/>
            <a:stretch/>
          </p:blipFill>
          <p:spPr>
            <a:xfrm>
              <a:off x="4457520" y="3362400"/>
              <a:ext cx="304200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3" name="object 29"/>
            <p:cNvPicPr/>
            <p:nvPr/>
          </p:nvPicPr>
          <p:blipFill>
            <a:blip r:embed="rId22"/>
            <a:stretch/>
          </p:blipFill>
          <p:spPr>
            <a:xfrm>
              <a:off x="4450320" y="3336120"/>
              <a:ext cx="306684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4" name="object 30"/>
            <p:cNvPicPr/>
            <p:nvPr/>
          </p:nvPicPr>
          <p:blipFill>
            <a:blip r:embed="rId23"/>
            <a:stretch/>
          </p:blipFill>
          <p:spPr>
            <a:xfrm>
              <a:off x="4629240" y="3504960"/>
              <a:ext cx="54720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5" name="object 31"/>
            <p:cNvPicPr/>
            <p:nvPr/>
          </p:nvPicPr>
          <p:blipFill>
            <a:blip r:embed="rId24"/>
            <a:stretch/>
          </p:blipFill>
          <p:spPr>
            <a:xfrm>
              <a:off x="4686120" y="3543120"/>
              <a:ext cx="437760" cy="447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46" name="object 32"/>
          <p:cNvGrpSpPr/>
          <p:nvPr/>
        </p:nvGrpSpPr>
        <p:grpSpPr>
          <a:xfrm>
            <a:off x="7727040" y="3336120"/>
            <a:ext cx="3066840" cy="1907280"/>
            <a:chOff x="7727040" y="3336120"/>
            <a:chExt cx="3066840" cy="1907280"/>
          </a:xfrm>
        </p:grpSpPr>
        <p:pic>
          <p:nvPicPr>
            <p:cNvPr id="547" name="object 33"/>
            <p:cNvPicPr/>
            <p:nvPr/>
          </p:nvPicPr>
          <p:blipFill>
            <a:blip r:embed="rId25"/>
            <a:stretch/>
          </p:blipFill>
          <p:spPr>
            <a:xfrm>
              <a:off x="7734240" y="3362400"/>
              <a:ext cx="3042000" cy="1881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8" name="object 34"/>
            <p:cNvPicPr/>
            <p:nvPr/>
          </p:nvPicPr>
          <p:blipFill>
            <a:blip r:embed="rId26"/>
            <a:stretch/>
          </p:blipFill>
          <p:spPr>
            <a:xfrm>
              <a:off x="7727040" y="3336120"/>
              <a:ext cx="3066840" cy="1895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49" name="object 35"/>
            <p:cNvPicPr/>
            <p:nvPr/>
          </p:nvPicPr>
          <p:blipFill>
            <a:blip r:embed="rId27"/>
            <a:stretch/>
          </p:blipFill>
          <p:spPr>
            <a:xfrm>
              <a:off x="7896240" y="3504960"/>
              <a:ext cx="547200" cy="55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0" name="object 36"/>
            <p:cNvPicPr/>
            <p:nvPr/>
          </p:nvPicPr>
          <p:blipFill>
            <a:blip r:embed="rId28"/>
            <a:stretch/>
          </p:blipFill>
          <p:spPr>
            <a:xfrm>
              <a:off x="7953480" y="3543120"/>
              <a:ext cx="437760" cy="447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51" name="object 37"/>
          <p:cNvGrpSpPr/>
          <p:nvPr/>
        </p:nvGrpSpPr>
        <p:grpSpPr>
          <a:xfrm>
            <a:off x="468360" y="5402160"/>
            <a:ext cx="11296440" cy="622080"/>
            <a:chOff x="468360" y="5402160"/>
            <a:chExt cx="11296440" cy="622080"/>
          </a:xfrm>
        </p:grpSpPr>
        <p:pic>
          <p:nvPicPr>
            <p:cNvPr id="552" name="object 38"/>
            <p:cNvPicPr/>
            <p:nvPr/>
          </p:nvPicPr>
          <p:blipFill>
            <a:blip r:embed="rId29"/>
            <a:stretch/>
          </p:blipFill>
          <p:spPr>
            <a:xfrm>
              <a:off x="476280" y="5429160"/>
              <a:ext cx="11272680" cy="59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3" name="object 39"/>
            <p:cNvPicPr/>
            <p:nvPr/>
          </p:nvPicPr>
          <p:blipFill>
            <a:blip r:embed="rId30"/>
            <a:stretch/>
          </p:blipFill>
          <p:spPr>
            <a:xfrm>
              <a:off x="468360" y="5402160"/>
              <a:ext cx="11296440" cy="609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54" name="object 40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8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1"/>
          <p:cNvSpPr>
            <a:spLocks noGrp="1"/>
          </p:cNvSpPr>
          <p:nvPr>
            <p:ph type="ftr" idx="28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 type="sldNum" idx="29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27F68CFE-CB73-429F-91AF-932B444FD207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Vertical-specific</a:t>
            </a:r>
            <a:r>
              <a:rPr lang="en-IN" sz="2300" b="1" u="none" spc="1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Phase</a:t>
            </a:r>
            <a:r>
              <a:rPr lang="en-IN" sz="2300" b="1" u="none" spc="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1</a:t>
            </a:r>
            <a:r>
              <a:rPr lang="en-IN" sz="2300" b="1" u="none" spc="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checklist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8" name="object 42"/>
          <p:cNvSpPr/>
          <p:nvPr/>
        </p:nvSpPr>
        <p:spPr>
          <a:xfrm>
            <a:off x="710280" y="1788480"/>
            <a:ext cx="20746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Human</a:t>
            </a:r>
            <a:r>
              <a:rPr lang="en-IN" sz="1050" b="0" u="none" spc="1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decision/workflow;</a:t>
            </a:r>
            <a:r>
              <a:rPr lang="en-IN" sz="1050" b="0" u="none" spc="14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non-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AI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baseline;</a:t>
            </a:r>
            <a:r>
              <a:rPr lang="en-IN" sz="1050" b="0" u="none" spc="9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1050" b="0" u="none" spc="9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access/labels;</a:t>
            </a:r>
            <a:r>
              <a:rPr lang="en-IN" sz="1050" b="0" u="none" spc="9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privacy,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fairness</a:t>
            </a:r>
            <a:r>
              <a:rPr lang="en-IN" sz="1050" b="0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acceptance.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object 43"/>
          <p:cNvSpPr/>
          <p:nvPr/>
        </p:nvSpPr>
        <p:spPr>
          <a:xfrm>
            <a:off x="1423800" y="4022280"/>
            <a:ext cx="233460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 algn="just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Physical</a:t>
            </a:r>
            <a:r>
              <a:rPr lang="en-IN" sz="1050" b="0" u="none" spc="1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context;</a:t>
            </a:r>
            <a:r>
              <a:rPr lang="en-IN" sz="1050" b="0" u="none" spc="1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sensing/actuation</a:t>
            </a:r>
            <a:r>
              <a:rPr lang="en-IN" sz="1050" b="0" u="none" spc="1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need;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power,connectivity,calibration,safetyand maintenance.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object 44"/>
          <p:cNvSpPr/>
          <p:nvPr/>
        </p:nvSpPr>
        <p:spPr>
          <a:xfrm>
            <a:off x="3519720" y="1788480"/>
            <a:ext cx="199548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Actors/transactions;</a:t>
            </a:r>
            <a:r>
              <a:rPr lang="en-IN" sz="105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trust</a:t>
            </a:r>
            <a:r>
              <a:rPr lang="en-IN" sz="1050" b="0" u="none" spc="12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or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reconciliation</a:t>
            </a:r>
            <a:r>
              <a:rPr lang="en-IN" sz="1050" b="0" u="none" spc="13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failure; governance/identity;why a database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object 45"/>
          <p:cNvSpPr/>
          <p:nvPr/>
        </p:nvSpPr>
        <p:spPr>
          <a:xfrm>
            <a:off x="3519720" y="2550240"/>
            <a:ext cx="11160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may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1050" b="0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insufficient.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object 46"/>
          <p:cNvSpPr/>
          <p:nvPr/>
        </p:nvSpPr>
        <p:spPr>
          <a:xfrm>
            <a:off x="4700160" y="4022280"/>
            <a:ext cx="239040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End-to-end</a:t>
            </a:r>
            <a:r>
              <a:rPr lang="en-IN" sz="10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user</a:t>
            </a:r>
            <a:r>
              <a:rPr lang="en-IN" sz="10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journey;</a:t>
            </a:r>
            <a:r>
              <a:rPr lang="en-IN" sz="10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1050" b="0" u="none" spc="7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flow; </a:t>
            </a:r>
            <a:r>
              <a:rPr lang="en-IN" sz="1050" b="0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roles/permissions;accessibility,privacy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and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adoption</a:t>
            </a:r>
            <a:r>
              <a:rPr lang="en-IN" sz="1050" b="0" u="none" spc="9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barriers.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object 47"/>
          <p:cNvSpPr/>
          <p:nvPr/>
        </p:nvSpPr>
        <p:spPr>
          <a:xfrm>
            <a:off x="6329160" y="1788480"/>
            <a:ext cx="173016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Developer/operator</a:t>
            </a:r>
            <a:r>
              <a:rPr lang="en-IN" sz="1050" b="0" u="none" spc="17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pain;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deployment/incident</a:t>
            </a:r>
            <a:r>
              <a:rPr lang="en-IN" sz="1050" b="0" u="none" spc="18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baseline; reliability,cost,compliance and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object 48"/>
          <p:cNvSpPr/>
          <p:nvPr/>
        </p:nvSpPr>
        <p:spPr>
          <a:xfrm>
            <a:off x="6329160" y="2550240"/>
            <a:ext cx="6764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integration.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object 49"/>
          <p:cNvSpPr/>
          <p:nvPr/>
        </p:nvSpPr>
        <p:spPr>
          <a:xfrm>
            <a:off x="7976160" y="4022280"/>
            <a:ext cx="230292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Operator/process</a:t>
            </a:r>
            <a:r>
              <a:rPr lang="en-IN" sz="1050" b="0" u="none" spc="13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observation;</a:t>
            </a:r>
            <a:r>
              <a:rPr lang="en-IN" sz="1050" b="0" u="none" spc="13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cycle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time/defect;</a:t>
            </a:r>
            <a:r>
              <a:rPr lang="en-IN" sz="1050" b="0" u="none" spc="10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ergonomics,safety,material,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1050" b="0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manufacturability.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object 50"/>
          <p:cNvSpPr/>
          <p:nvPr/>
        </p:nvSpPr>
        <p:spPr>
          <a:xfrm>
            <a:off x="9138240" y="1788480"/>
            <a:ext cx="192240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1199"/>
              </a:lnSpc>
              <a:spcBef>
                <a:spcPts val="190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Asset/user/threat/impact;</a:t>
            </a:r>
            <a:r>
              <a:rPr lang="en-IN" sz="1050" b="0" u="none" spc="113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current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controls;</a:t>
            </a:r>
            <a:r>
              <a:rPr lang="en-IN" sz="1050" b="0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legal</a:t>
            </a:r>
            <a:r>
              <a:rPr lang="en-IN" sz="1050" b="0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authorization;</a:t>
            </a:r>
            <a:r>
              <a:rPr lang="en-IN" sz="1050" b="0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safe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tes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bo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nd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ary</a:t>
            </a:r>
            <a:r>
              <a:rPr lang="en-IN" sz="1050" b="0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object 51"/>
          <p:cNvSpPr/>
          <p:nvPr/>
        </p:nvSpPr>
        <p:spPr>
          <a:xfrm>
            <a:off x="993600" y="611280"/>
            <a:ext cx="681372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Highlight your vertical and address its customer, evidence and responsibility</a:t>
            </a:r>
            <a:r>
              <a:rPr lang="en-IN" sz="1050" b="0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questions.</a:t>
            </a:r>
            <a:r>
              <a:rPr lang="en-IN" sz="1050" b="0" u="none" spc="20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Do</a:t>
            </a:r>
            <a:r>
              <a:rPr lang="en-IN" sz="105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not</a:t>
            </a:r>
            <a:r>
              <a:rPr lang="en-IN" sz="1050" b="0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assume</a:t>
            </a:r>
            <a:r>
              <a:rPr lang="en-IN" sz="105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preferred</a:t>
            </a:r>
            <a:r>
              <a:rPr lang="en-IN" sz="1050" b="0" u="none" spc="1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technology</a:t>
            </a:r>
            <a:r>
              <a:rPr lang="en-IN" sz="1050" b="0" u="none" spc="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is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n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ecess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</a:t>
            </a:r>
            <a:r>
              <a:rPr lang="en-IN" sz="1050" b="0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ry.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object 52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object 53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object 54"/>
          <p:cNvSpPr/>
          <p:nvPr/>
        </p:nvSpPr>
        <p:spPr>
          <a:xfrm>
            <a:off x="10983240" y="306000"/>
            <a:ext cx="424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</a:t>
            </a:r>
            <a:r>
              <a:rPr lang="en-IN" sz="900" b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CID </a:t>
            </a:r>
            <a:r>
              <a:rPr lang="en-IN" sz="900" b="1" u="none" spc="-51" strike="noStrike">
                <a:solidFill>
                  <a:srgbClr val="7B868E"/>
                </a:solidFill>
                <a:effectLst/>
                <a:uFillTx/>
                <a:latin typeface="Calibri"/>
              </a:rPr>
              <a:t>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object 55"/>
          <p:cNvSpPr/>
          <p:nvPr/>
        </p:nvSpPr>
        <p:spPr>
          <a:xfrm>
            <a:off x="803880" y="1386360"/>
            <a:ext cx="2257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AD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object 56"/>
          <p:cNvSpPr/>
          <p:nvPr/>
        </p:nvSpPr>
        <p:spPr>
          <a:xfrm>
            <a:off x="1555920" y="3620880"/>
            <a:ext cx="1476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EI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object 57"/>
          <p:cNvSpPr/>
          <p:nvPr/>
        </p:nvSpPr>
        <p:spPr>
          <a:xfrm>
            <a:off x="3596400" y="1386360"/>
            <a:ext cx="2631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BW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object 58"/>
          <p:cNvSpPr/>
          <p:nvPr/>
        </p:nvSpPr>
        <p:spPr>
          <a:xfrm>
            <a:off x="4783320" y="3620880"/>
            <a:ext cx="2484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FW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object 59"/>
          <p:cNvSpPr/>
          <p:nvPr/>
        </p:nvSpPr>
        <p:spPr>
          <a:xfrm>
            <a:off x="6429240" y="1386360"/>
            <a:ext cx="2134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CD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object 60"/>
          <p:cNvSpPr/>
          <p:nvPr/>
        </p:nvSpPr>
        <p:spPr>
          <a:xfrm>
            <a:off x="8051040" y="3620880"/>
            <a:ext cx="26640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MA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object 61"/>
          <p:cNvSpPr/>
          <p:nvPr/>
        </p:nvSpPr>
        <p:spPr>
          <a:xfrm>
            <a:off x="9250920" y="1386360"/>
            <a:ext cx="1875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CS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object 62"/>
          <p:cNvSpPr/>
          <p:nvPr/>
        </p:nvSpPr>
        <p:spPr>
          <a:xfrm>
            <a:off x="1231920" y="1330920"/>
            <a:ext cx="71028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AI &amp; </a:t>
            </a:r>
            <a:r>
              <a:rPr lang="en-IN" sz="13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Data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object 63"/>
          <p:cNvSpPr/>
          <p:nvPr/>
        </p:nvSpPr>
        <p:spPr>
          <a:xfrm>
            <a:off x="4041000" y="1330920"/>
            <a:ext cx="141120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Blockchain</a:t>
            </a:r>
            <a:r>
              <a:rPr lang="en-IN" sz="13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&amp;</a:t>
            </a:r>
            <a:r>
              <a:rPr lang="en-IN" sz="135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Web3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object 64"/>
          <p:cNvSpPr/>
          <p:nvPr/>
        </p:nvSpPr>
        <p:spPr>
          <a:xfrm>
            <a:off x="6850800" y="1330920"/>
            <a:ext cx="118440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Cloud</a:t>
            </a:r>
            <a:r>
              <a:rPr lang="en-IN" sz="1350" b="1" u="none" spc="-2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&amp;</a:t>
            </a:r>
            <a:r>
              <a:rPr lang="en-IN" sz="1350" b="1" u="none" spc="-1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DevOps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object 65"/>
          <p:cNvSpPr/>
          <p:nvPr/>
        </p:nvSpPr>
        <p:spPr>
          <a:xfrm>
            <a:off x="9659880" y="1330920"/>
            <a:ext cx="1049760" cy="2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Cyber </a:t>
            </a: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Security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object 66"/>
          <p:cNvSpPr/>
          <p:nvPr/>
        </p:nvSpPr>
        <p:spPr>
          <a:xfrm>
            <a:off x="1945800" y="3564360"/>
            <a:ext cx="12114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Embedded</a:t>
            </a:r>
            <a:r>
              <a:rPr lang="en-IN" sz="135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&amp;</a:t>
            </a:r>
            <a:r>
              <a:rPr lang="en-IN" sz="135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 IoT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object 67"/>
          <p:cNvSpPr/>
          <p:nvPr/>
        </p:nvSpPr>
        <p:spPr>
          <a:xfrm>
            <a:off x="5221440" y="3564360"/>
            <a:ext cx="107136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Full</a:t>
            </a:r>
            <a:r>
              <a:rPr lang="en-IN" sz="135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Stack</a:t>
            </a:r>
            <a:r>
              <a:rPr lang="en-IN" sz="1350" b="1" u="none" spc="-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Web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object 68"/>
          <p:cNvSpPr/>
          <p:nvPr/>
        </p:nvSpPr>
        <p:spPr>
          <a:xfrm>
            <a:off x="8497800" y="3459960"/>
            <a:ext cx="1243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000" rIns="0" bIns="0" anchor="t">
            <a:spAutoFit/>
          </a:bodyPr>
          <a:p>
            <a:pPr marL="12600">
              <a:lnSpc>
                <a:spcPct val="101000"/>
              </a:lnSpc>
              <a:spcBef>
                <a:spcPts val="71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Manufacturing</a:t>
            </a:r>
            <a:r>
              <a:rPr lang="en-IN" sz="1350" b="1" u="none" spc="-6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pc="-51" strike="noStrike">
                <a:solidFill>
                  <a:srgbClr val="17324D"/>
                </a:solidFill>
                <a:effectLst/>
                <a:uFillTx/>
                <a:latin typeface="Calibri"/>
              </a:rPr>
              <a:t>&amp; </a:t>
            </a: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Automation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object 69"/>
          <p:cNvSpPr/>
          <p:nvPr/>
        </p:nvSpPr>
        <p:spPr>
          <a:xfrm>
            <a:off x="2005200" y="5544360"/>
            <a:ext cx="82832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Team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action: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highlight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one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vertical,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identify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the</a:t>
            </a:r>
            <a:r>
              <a:rPr lang="en-IN" sz="110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IDs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that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answer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its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checklist,</a:t>
            </a:r>
            <a:r>
              <a:rPr lang="en-IN" sz="110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carry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the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unresolved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question</a:t>
            </a:r>
            <a:r>
              <a:rPr lang="en-IN" sz="110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to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Slide</a:t>
            </a:r>
            <a:r>
              <a:rPr lang="en-IN" sz="110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6" strike="noStrike">
                <a:solidFill>
                  <a:srgbClr val="17324D"/>
                </a:solidFill>
                <a:effectLst/>
                <a:uFillTx/>
                <a:latin typeface="Calibri"/>
              </a:rPr>
              <a:t>9.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object 2"/>
          <p:cNvGrpSpPr/>
          <p:nvPr/>
        </p:nvGrpSpPr>
        <p:grpSpPr>
          <a:xfrm>
            <a:off x="0" y="0"/>
            <a:ext cx="223560" cy="6857640"/>
            <a:chOff x="0" y="0"/>
            <a:chExt cx="223560" cy="6857640"/>
          </a:xfrm>
        </p:grpSpPr>
        <p:pic>
          <p:nvPicPr>
            <p:cNvPr id="587" name="object 3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223560" cy="6857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88" name="object 4"/>
            <p:cNvPicPr/>
            <p:nvPr/>
          </p:nvPicPr>
          <p:blipFill>
            <a:blip r:embed="rId2"/>
            <a:stretch/>
          </p:blipFill>
          <p:spPr>
            <a:xfrm>
              <a:off x="9360" y="0"/>
              <a:ext cx="161640" cy="6848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89" name="object 5"/>
          <p:cNvGrpSpPr/>
          <p:nvPr/>
        </p:nvGrpSpPr>
        <p:grpSpPr>
          <a:xfrm>
            <a:off x="361800" y="228600"/>
            <a:ext cx="585360" cy="585360"/>
            <a:chOff x="361800" y="228600"/>
            <a:chExt cx="585360" cy="585360"/>
          </a:xfrm>
        </p:grpSpPr>
        <p:pic>
          <p:nvPicPr>
            <p:cNvPr id="590" name="object 6"/>
            <p:cNvPicPr/>
            <p:nvPr/>
          </p:nvPicPr>
          <p:blipFill>
            <a:blip r:embed="rId3"/>
            <a:stretch/>
          </p:blipFill>
          <p:spPr>
            <a:xfrm>
              <a:off x="361800" y="228600"/>
              <a:ext cx="585360" cy="585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1" name="object 7"/>
            <p:cNvPicPr/>
            <p:nvPr/>
          </p:nvPicPr>
          <p:blipFill>
            <a:blip r:embed="rId4"/>
            <a:stretch/>
          </p:blipFill>
          <p:spPr>
            <a:xfrm>
              <a:off x="419040" y="266760"/>
              <a:ext cx="475920" cy="47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92" name="object 8"/>
          <p:cNvGrpSpPr/>
          <p:nvPr/>
        </p:nvGrpSpPr>
        <p:grpSpPr>
          <a:xfrm>
            <a:off x="8737200" y="222120"/>
            <a:ext cx="2924280" cy="429840"/>
            <a:chOff x="8737200" y="222120"/>
            <a:chExt cx="2924280" cy="429840"/>
          </a:xfrm>
        </p:grpSpPr>
        <p:pic>
          <p:nvPicPr>
            <p:cNvPr id="593" name="object 9"/>
            <p:cNvPicPr/>
            <p:nvPr/>
          </p:nvPicPr>
          <p:blipFill>
            <a:blip r:embed="rId5"/>
            <a:stretch/>
          </p:blipFill>
          <p:spPr>
            <a:xfrm>
              <a:off x="874404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4" name="object 10"/>
            <p:cNvPicPr/>
            <p:nvPr/>
          </p:nvPicPr>
          <p:blipFill>
            <a:blip r:embed="rId6"/>
            <a:stretch/>
          </p:blipFill>
          <p:spPr>
            <a:xfrm>
              <a:off x="873720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5" name="object 11"/>
            <p:cNvPicPr/>
            <p:nvPr/>
          </p:nvPicPr>
          <p:blipFill>
            <a:blip r:embed="rId7"/>
            <a:stretch/>
          </p:blipFill>
          <p:spPr>
            <a:xfrm>
              <a:off x="969660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6" name="object 12"/>
            <p:cNvPicPr/>
            <p:nvPr/>
          </p:nvPicPr>
          <p:blipFill>
            <a:blip r:embed="rId8"/>
            <a:stretch/>
          </p:blipFill>
          <p:spPr>
            <a:xfrm>
              <a:off x="968976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7" name="object 13"/>
            <p:cNvPicPr/>
            <p:nvPr/>
          </p:nvPicPr>
          <p:blipFill>
            <a:blip r:embed="rId9"/>
            <a:stretch/>
          </p:blipFill>
          <p:spPr>
            <a:xfrm>
              <a:off x="1065852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8" name="object 14"/>
            <p:cNvPicPr/>
            <p:nvPr/>
          </p:nvPicPr>
          <p:blipFill>
            <a:blip r:embed="rId10"/>
            <a:stretch/>
          </p:blipFill>
          <p:spPr>
            <a:xfrm>
              <a:off x="1065204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599" name="object 15"/>
          <p:cNvPicPr/>
          <p:nvPr/>
        </p:nvPicPr>
        <p:blipFill>
          <a:blip r:embed="rId11"/>
          <a:stretch/>
        </p:blipFill>
        <p:spPr>
          <a:xfrm>
            <a:off x="361800" y="6458040"/>
            <a:ext cx="11453400" cy="128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00" name="object 16"/>
          <p:cNvGrpSpPr/>
          <p:nvPr/>
        </p:nvGrpSpPr>
        <p:grpSpPr>
          <a:xfrm>
            <a:off x="468360" y="1087560"/>
            <a:ext cx="2466720" cy="4655880"/>
            <a:chOff x="468360" y="1087560"/>
            <a:chExt cx="2466720" cy="4655880"/>
          </a:xfrm>
        </p:grpSpPr>
        <p:pic>
          <p:nvPicPr>
            <p:cNvPr id="601" name="object 17"/>
            <p:cNvPicPr/>
            <p:nvPr/>
          </p:nvPicPr>
          <p:blipFill>
            <a:blip r:embed="rId12"/>
            <a:stretch/>
          </p:blipFill>
          <p:spPr>
            <a:xfrm>
              <a:off x="476280" y="1114200"/>
              <a:ext cx="2442960" cy="4629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2" name="object 18"/>
            <p:cNvPicPr/>
            <p:nvPr/>
          </p:nvPicPr>
          <p:blipFill>
            <a:blip r:embed="rId13"/>
            <a:stretch/>
          </p:blipFill>
          <p:spPr>
            <a:xfrm>
              <a:off x="468360" y="1087560"/>
              <a:ext cx="2466720" cy="4647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3" name="object 19"/>
            <p:cNvPicPr/>
            <p:nvPr/>
          </p:nvPicPr>
          <p:blipFill>
            <a:blip r:embed="rId14"/>
            <a:stretch/>
          </p:blipFill>
          <p:spPr>
            <a:xfrm>
              <a:off x="762120" y="1428840"/>
              <a:ext cx="18619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4" name="object 20"/>
            <p:cNvPicPr/>
            <p:nvPr/>
          </p:nvPicPr>
          <p:blipFill>
            <a:blip r:embed="rId15"/>
            <a:stretch/>
          </p:blipFill>
          <p:spPr>
            <a:xfrm>
              <a:off x="754200" y="1401840"/>
              <a:ext cx="1885680" cy="4186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05" name="object 21"/>
          <p:cNvGrpSpPr/>
          <p:nvPr/>
        </p:nvGrpSpPr>
        <p:grpSpPr>
          <a:xfrm>
            <a:off x="3068640" y="1087560"/>
            <a:ext cx="4095360" cy="1402920"/>
            <a:chOff x="3068640" y="1087560"/>
            <a:chExt cx="4095360" cy="1402920"/>
          </a:xfrm>
        </p:grpSpPr>
        <p:pic>
          <p:nvPicPr>
            <p:cNvPr id="606" name="object 22"/>
            <p:cNvPicPr/>
            <p:nvPr/>
          </p:nvPicPr>
          <p:blipFill>
            <a:blip r:embed="rId16"/>
            <a:stretch/>
          </p:blipFill>
          <p:spPr>
            <a:xfrm>
              <a:off x="3076560" y="1114560"/>
              <a:ext cx="4069440" cy="137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7" name="object 23"/>
            <p:cNvPicPr/>
            <p:nvPr/>
          </p:nvPicPr>
          <p:blipFill>
            <a:blip r:embed="rId17"/>
            <a:stretch/>
          </p:blipFill>
          <p:spPr>
            <a:xfrm>
              <a:off x="3068640" y="1087560"/>
              <a:ext cx="4095360" cy="13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8" name="object 24"/>
            <p:cNvPicPr/>
            <p:nvPr/>
          </p:nvPicPr>
          <p:blipFill>
            <a:blip r:embed="rId18"/>
            <a:stretch/>
          </p:blipFill>
          <p:spPr>
            <a:xfrm>
              <a:off x="3076560" y="1114560"/>
              <a:ext cx="185400" cy="135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9" name="object 25"/>
            <p:cNvPicPr/>
            <p:nvPr/>
          </p:nvPicPr>
          <p:blipFill>
            <a:blip r:embed="rId19"/>
            <a:stretch/>
          </p:blipFill>
          <p:spPr>
            <a:xfrm>
              <a:off x="3133800" y="1152360"/>
              <a:ext cx="75960" cy="1247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0" name="object 26"/>
          <p:cNvGrpSpPr/>
          <p:nvPr/>
        </p:nvGrpSpPr>
        <p:grpSpPr>
          <a:xfrm>
            <a:off x="7230960" y="1087560"/>
            <a:ext cx="4533480" cy="1402920"/>
            <a:chOff x="7230960" y="1087560"/>
            <a:chExt cx="4533480" cy="1402920"/>
          </a:xfrm>
        </p:grpSpPr>
        <p:pic>
          <p:nvPicPr>
            <p:cNvPr id="611" name="object 27"/>
            <p:cNvPicPr/>
            <p:nvPr/>
          </p:nvPicPr>
          <p:blipFill>
            <a:blip r:embed="rId20"/>
            <a:stretch/>
          </p:blipFill>
          <p:spPr>
            <a:xfrm>
              <a:off x="7238880" y="1114560"/>
              <a:ext cx="4509720" cy="137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2" name="object 28"/>
            <p:cNvPicPr/>
            <p:nvPr/>
          </p:nvPicPr>
          <p:blipFill>
            <a:blip r:embed="rId21"/>
            <a:stretch/>
          </p:blipFill>
          <p:spPr>
            <a:xfrm>
              <a:off x="7230960" y="1087560"/>
              <a:ext cx="4533480" cy="13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3" name="object 29"/>
            <p:cNvPicPr/>
            <p:nvPr/>
          </p:nvPicPr>
          <p:blipFill>
            <a:blip r:embed="rId22"/>
            <a:stretch/>
          </p:blipFill>
          <p:spPr>
            <a:xfrm>
              <a:off x="7238880" y="1114560"/>
              <a:ext cx="185400" cy="135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4" name="object 30"/>
            <p:cNvPicPr/>
            <p:nvPr/>
          </p:nvPicPr>
          <p:blipFill>
            <a:blip r:embed="rId23"/>
            <a:stretch/>
          </p:blipFill>
          <p:spPr>
            <a:xfrm>
              <a:off x="7296120" y="1152360"/>
              <a:ext cx="75960" cy="1247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5" name="object 31"/>
          <p:cNvGrpSpPr/>
          <p:nvPr/>
        </p:nvGrpSpPr>
        <p:grpSpPr>
          <a:xfrm>
            <a:off x="3068640" y="2621160"/>
            <a:ext cx="4095360" cy="1412280"/>
            <a:chOff x="3068640" y="2621160"/>
            <a:chExt cx="4095360" cy="1412280"/>
          </a:xfrm>
        </p:grpSpPr>
        <p:pic>
          <p:nvPicPr>
            <p:cNvPr id="616" name="object 32"/>
            <p:cNvPicPr/>
            <p:nvPr/>
          </p:nvPicPr>
          <p:blipFill>
            <a:blip r:embed="rId24"/>
            <a:stretch/>
          </p:blipFill>
          <p:spPr>
            <a:xfrm>
              <a:off x="3076560" y="2647800"/>
              <a:ext cx="4070520" cy="138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7" name="object 33"/>
            <p:cNvPicPr/>
            <p:nvPr/>
          </p:nvPicPr>
          <p:blipFill>
            <a:blip r:embed="rId25"/>
            <a:stretch/>
          </p:blipFill>
          <p:spPr>
            <a:xfrm>
              <a:off x="3068640" y="2621160"/>
              <a:ext cx="4095360" cy="1399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8" name="object 34"/>
            <p:cNvPicPr/>
            <p:nvPr/>
          </p:nvPicPr>
          <p:blipFill>
            <a:blip r:embed="rId26"/>
            <a:stretch/>
          </p:blipFill>
          <p:spPr>
            <a:xfrm>
              <a:off x="3076560" y="2647800"/>
              <a:ext cx="18540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9" name="object 35"/>
            <p:cNvPicPr/>
            <p:nvPr/>
          </p:nvPicPr>
          <p:blipFill>
            <a:blip r:embed="rId27"/>
            <a:stretch/>
          </p:blipFill>
          <p:spPr>
            <a:xfrm>
              <a:off x="3133800" y="2685960"/>
              <a:ext cx="75960" cy="1256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20" name="object 36"/>
          <p:cNvGrpSpPr/>
          <p:nvPr/>
        </p:nvGrpSpPr>
        <p:grpSpPr>
          <a:xfrm>
            <a:off x="7230960" y="2621160"/>
            <a:ext cx="4533480" cy="1412280"/>
            <a:chOff x="7230960" y="2621160"/>
            <a:chExt cx="4533480" cy="1412280"/>
          </a:xfrm>
        </p:grpSpPr>
        <p:pic>
          <p:nvPicPr>
            <p:cNvPr id="621" name="object 37"/>
            <p:cNvPicPr/>
            <p:nvPr/>
          </p:nvPicPr>
          <p:blipFill>
            <a:blip r:embed="rId28"/>
            <a:stretch/>
          </p:blipFill>
          <p:spPr>
            <a:xfrm>
              <a:off x="7238880" y="2647800"/>
              <a:ext cx="4509000" cy="1385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2" name="object 38"/>
            <p:cNvPicPr/>
            <p:nvPr/>
          </p:nvPicPr>
          <p:blipFill>
            <a:blip r:embed="rId29"/>
            <a:stretch/>
          </p:blipFill>
          <p:spPr>
            <a:xfrm>
              <a:off x="7230960" y="2621160"/>
              <a:ext cx="4533480" cy="1399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3" name="object 39"/>
            <p:cNvPicPr/>
            <p:nvPr/>
          </p:nvPicPr>
          <p:blipFill>
            <a:blip r:embed="rId30"/>
            <a:stretch/>
          </p:blipFill>
          <p:spPr>
            <a:xfrm>
              <a:off x="7238880" y="2647800"/>
              <a:ext cx="185400" cy="1366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4" name="object 40"/>
            <p:cNvPicPr/>
            <p:nvPr/>
          </p:nvPicPr>
          <p:blipFill>
            <a:blip r:embed="rId31"/>
            <a:stretch/>
          </p:blipFill>
          <p:spPr>
            <a:xfrm>
              <a:off x="7296120" y="2685960"/>
              <a:ext cx="75960" cy="1256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25" name="object 41"/>
          <p:cNvGrpSpPr/>
          <p:nvPr/>
        </p:nvGrpSpPr>
        <p:grpSpPr>
          <a:xfrm>
            <a:off x="3068640" y="4164120"/>
            <a:ext cx="4095360" cy="1402920"/>
            <a:chOff x="3068640" y="4164120"/>
            <a:chExt cx="4095360" cy="1402920"/>
          </a:xfrm>
        </p:grpSpPr>
        <p:pic>
          <p:nvPicPr>
            <p:cNvPr id="626" name="object 42"/>
            <p:cNvPicPr/>
            <p:nvPr/>
          </p:nvPicPr>
          <p:blipFill>
            <a:blip r:embed="rId32"/>
            <a:stretch/>
          </p:blipFill>
          <p:spPr>
            <a:xfrm>
              <a:off x="3076560" y="4191120"/>
              <a:ext cx="4069440" cy="137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7" name="object 43"/>
            <p:cNvPicPr/>
            <p:nvPr/>
          </p:nvPicPr>
          <p:blipFill>
            <a:blip r:embed="rId33"/>
            <a:stretch/>
          </p:blipFill>
          <p:spPr>
            <a:xfrm>
              <a:off x="3068640" y="4164120"/>
              <a:ext cx="4095360" cy="13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8" name="object 44"/>
            <p:cNvPicPr/>
            <p:nvPr/>
          </p:nvPicPr>
          <p:blipFill>
            <a:blip r:embed="rId34"/>
            <a:stretch/>
          </p:blipFill>
          <p:spPr>
            <a:xfrm>
              <a:off x="3076560" y="4191120"/>
              <a:ext cx="185400" cy="135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9" name="object 45"/>
            <p:cNvPicPr/>
            <p:nvPr/>
          </p:nvPicPr>
          <p:blipFill>
            <a:blip r:embed="rId35"/>
            <a:stretch/>
          </p:blipFill>
          <p:spPr>
            <a:xfrm>
              <a:off x="3133800" y="4229280"/>
              <a:ext cx="75960" cy="1247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30" name="object 46"/>
          <p:cNvGrpSpPr/>
          <p:nvPr/>
        </p:nvGrpSpPr>
        <p:grpSpPr>
          <a:xfrm>
            <a:off x="7230960" y="4164120"/>
            <a:ext cx="4533480" cy="1402920"/>
            <a:chOff x="7230960" y="4164120"/>
            <a:chExt cx="4533480" cy="1402920"/>
          </a:xfrm>
        </p:grpSpPr>
        <p:pic>
          <p:nvPicPr>
            <p:cNvPr id="631" name="object 47"/>
            <p:cNvPicPr/>
            <p:nvPr/>
          </p:nvPicPr>
          <p:blipFill>
            <a:blip r:embed="rId36"/>
            <a:stretch/>
          </p:blipFill>
          <p:spPr>
            <a:xfrm>
              <a:off x="7238880" y="4191120"/>
              <a:ext cx="4509720" cy="1375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2" name="object 48"/>
            <p:cNvPicPr/>
            <p:nvPr/>
          </p:nvPicPr>
          <p:blipFill>
            <a:blip r:embed="rId37"/>
            <a:stretch/>
          </p:blipFill>
          <p:spPr>
            <a:xfrm>
              <a:off x="7230960" y="4164120"/>
              <a:ext cx="4533480" cy="1390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3" name="object 49"/>
            <p:cNvPicPr/>
            <p:nvPr/>
          </p:nvPicPr>
          <p:blipFill>
            <a:blip r:embed="rId38"/>
            <a:stretch/>
          </p:blipFill>
          <p:spPr>
            <a:xfrm>
              <a:off x="7238880" y="4191120"/>
              <a:ext cx="185400" cy="1356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4" name="object 50"/>
            <p:cNvPicPr/>
            <p:nvPr/>
          </p:nvPicPr>
          <p:blipFill>
            <a:blip r:embed="rId39"/>
            <a:stretch/>
          </p:blipFill>
          <p:spPr>
            <a:xfrm>
              <a:off x="7296120" y="4229280"/>
              <a:ext cx="75960" cy="12474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35" name="object 51"/>
          <p:cNvSpPr/>
          <p:nvPr/>
        </p:nvSpPr>
        <p:spPr>
          <a:xfrm>
            <a:off x="594720" y="322560"/>
            <a:ext cx="126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9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25"/>
              </a:spcBef>
              <a:buNone/>
            </a:pP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Our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selected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vertical: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early</a:t>
            </a:r>
            <a:r>
              <a:rPr lang="en-IN" sz="2300" b="1" u="none" spc="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success</a:t>
            </a:r>
            <a:r>
              <a:rPr lang="en-IN" sz="2300" b="1" u="none" spc="1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23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measures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7" name="object 53"/>
          <p:cNvSpPr/>
          <p:nvPr/>
        </p:nvSpPr>
        <p:spPr>
          <a:xfrm>
            <a:off x="993600" y="692640"/>
            <a:ext cx="654444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Use the prompts fromSlide8 to show that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the problem is both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customer-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relevant and</a:t>
            </a:r>
            <a:r>
              <a:rPr lang="en-IN" sz="1050" b="0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technically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responsible within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yourlab.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object 54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object 55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object 56"/>
          <p:cNvSpPr/>
          <p:nvPr/>
        </p:nvSpPr>
        <p:spPr>
          <a:xfrm>
            <a:off x="10983240" y="306000"/>
            <a:ext cx="4244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</a:t>
            </a:r>
            <a:r>
              <a:rPr lang="en-IN" sz="900" b="1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CID </a:t>
            </a:r>
            <a:r>
              <a:rPr lang="en-IN" sz="900" b="1" u="none" spc="-51" strike="noStrike">
                <a:solidFill>
                  <a:srgbClr val="7B868E"/>
                </a:solidFill>
                <a:effectLst/>
                <a:uFillTx/>
                <a:latin typeface="Calibri"/>
              </a:rPr>
              <a:t>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object 57"/>
          <p:cNvSpPr/>
          <p:nvPr/>
        </p:nvSpPr>
        <p:spPr>
          <a:xfrm>
            <a:off x="1132200" y="1487160"/>
            <a:ext cx="111924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SELECTED</a:t>
            </a:r>
            <a:r>
              <a:rPr lang="en-IN" sz="1050" b="1" u="none" spc="-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VERTICAL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object 58"/>
          <p:cNvSpPr/>
          <p:nvPr/>
        </p:nvSpPr>
        <p:spPr>
          <a:xfrm>
            <a:off x="1974240" y="5847840"/>
            <a:ext cx="844308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For a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2024-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28 continuing project,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also state the primary outcome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route and the material advancement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beyond </a:t>
            </a:r>
            <a:r>
              <a:rPr lang="en-IN" sz="105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AY2025-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26 in the evidence</a:t>
            </a:r>
            <a:r>
              <a:rPr lang="en-IN" sz="1050" b="0" i="1" u="none" spc="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folder and Slide </a:t>
            </a:r>
            <a:r>
              <a:rPr lang="en-IN" sz="1050" b="0" i="1" u="none" spc="-26" strike="noStrike">
                <a:solidFill>
                  <a:srgbClr val="7B868E"/>
                </a:solidFill>
                <a:effectLst/>
                <a:uFillTx/>
                <a:latin typeface="Calibri"/>
              </a:rPr>
              <a:t>1.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object 59"/>
          <p:cNvSpPr/>
          <p:nvPr/>
        </p:nvSpPr>
        <p:spPr>
          <a:xfrm>
            <a:off x="3280320" y="2856600"/>
            <a:ext cx="3783600" cy="10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8712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KEY</a:t>
            </a:r>
            <a:r>
              <a:rPr lang="en-IN" sz="1250" b="1" u="none" spc="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CONSTRAINT</a:t>
            </a:r>
            <a:r>
              <a:rPr lang="en-IN" sz="1250" b="1" u="none" spc="26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25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RESPONSIBILITY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5000"/>
              </a:lnSpc>
              <a:spcBef>
                <a:spcPts val="604"/>
              </a:spcBef>
              <a:tabLst>
                <a:tab pos="0" algn="l"/>
              </a:tabLst>
            </a:pP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Privacy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(passenger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cabin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footage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must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stay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local,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analyzed),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850" b="1" u="none" spc="6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governance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(who owns event data — transport corp or municipal body), safety (false hit-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and-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run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alerts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must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reach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without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confidence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threshold</a:t>
            </a:r>
            <a:r>
              <a:rPr lang="en-IN" sz="8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+</a:t>
            </a:r>
            <a:r>
              <a:rPr lang="en-IN" sz="850" b="1" u="none" spc="7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human</a:t>
            </a:r>
            <a:r>
              <a:rPr lang="en-IN" sz="8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verification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step),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cost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(edge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hardware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must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stay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low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enough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fleet-</a:t>
            </a:r>
            <a:r>
              <a:rPr lang="en-IN" sz="8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wide</a:t>
            </a:r>
            <a:r>
              <a:rPr lang="en-IN" sz="8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rollout).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object 60"/>
          <p:cNvSpPr/>
          <p:nvPr/>
        </p:nvSpPr>
        <p:spPr>
          <a:xfrm>
            <a:off x="3250440" y="4209480"/>
            <a:ext cx="3685320" cy="11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3680" rIns="0" bIns="0" anchor="t">
            <a:spAutoFit/>
          </a:bodyPr>
          <a:p>
            <a:pPr marL="117000">
              <a:lnSpc>
                <a:spcPct val="100000"/>
              </a:lnSpc>
              <a:spcBef>
                <a:spcPts val="816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HIGHEST-RISK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ASSUMPTION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1000"/>
              </a:lnSpc>
              <a:spcBef>
                <a:spcPts val="391"/>
              </a:spcBef>
              <a:tabLst>
                <a:tab pos="0" algn="l"/>
              </a:tabLst>
            </a:pP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That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bodies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can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act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automated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defect/incident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alerts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fast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enough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matter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if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enforcement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already stalled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budget,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staffing,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approval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bureaucracy rather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than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knowing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where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problems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are,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then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faster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just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produces </a:t>
            </a:r>
            <a:r>
              <a:rPr lang="en-IN" sz="950" b="1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longer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backlog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known-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but-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unfixed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issues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instead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faster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fixes.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object 61"/>
          <p:cNvSpPr/>
          <p:nvPr/>
        </p:nvSpPr>
        <p:spPr>
          <a:xfrm>
            <a:off x="3354840" y="1318320"/>
            <a:ext cx="3560760" cy="9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CUSTOMER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/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TECHNICAL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CONTEXT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680" algn="ctr">
              <a:lnSpc>
                <a:spcPct val="111000"/>
              </a:lnSpc>
              <a:spcBef>
                <a:spcPts val="479"/>
              </a:spcBef>
            </a:pP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Decision-maker:</a:t>
            </a:r>
            <a:r>
              <a:rPr lang="en-IN" sz="8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State</a:t>
            </a:r>
            <a:r>
              <a:rPr lang="en-IN" sz="80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transport</a:t>
            </a:r>
            <a:r>
              <a:rPr lang="en-IN" sz="8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corporation</a:t>
            </a:r>
            <a:r>
              <a:rPr lang="en-IN" sz="80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IT/operations</a:t>
            </a:r>
            <a:r>
              <a:rPr lang="en-IN" sz="800" b="1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head;</a:t>
            </a:r>
            <a:r>
              <a:rPr lang="en-IN" sz="8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deployment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workflow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requires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integration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 existing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telematics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and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fleet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management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systems;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protected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asset: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infrastructure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8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vehicle/traffic</a:t>
            </a:r>
            <a:r>
              <a:rPr lang="en-IN" sz="8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footage;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physical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process: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buses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fixed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daily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routes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generating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continuous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road-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condition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as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byproduct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8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8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normal</a:t>
            </a:r>
            <a:r>
              <a:rPr lang="en-IN" sz="8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operation.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object 62"/>
          <p:cNvSpPr/>
          <p:nvPr/>
        </p:nvSpPr>
        <p:spPr>
          <a:xfrm>
            <a:off x="7495560" y="4286160"/>
            <a:ext cx="3946320" cy="11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4560" rIns="0" bIns="0" anchor="t">
            <a:spAutoFit/>
          </a:bodyPr>
          <a:p>
            <a:pPr marL="35640" algn="just">
              <a:lnSpc>
                <a:spcPct val="100000"/>
              </a:lnSpc>
              <a:spcBef>
                <a:spcPts val="981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PHASE</a:t>
            </a:r>
            <a:r>
              <a:rPr lang="en-IN" sz="125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2</a:t>
            </a:r>
            <a:r>
              <a:rPr lang="en-IN" sz="125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TECHNICAL</a:t>
            </a:r>
            <a:r>
              <a:rPr lang="en-IN" sz="12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LEARNING</a:t>
            </a:r>
            <a:r>
              <a:rPr lang="en-IN" sz="1250" b="1" u="none" spc="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QUESTION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7440" indent="-25560" algn="just">
              <a:lnSpc>
                <a:spcPct val="113000"/>
              </a:lnSpc>
              <a:spcBef>
                <a:spcPts val="550"/>
              </a:spcBef>
              <a:tabLst>
                <a:tab pos="0" algn="l"/>
              </a:tabLst>
            </a:pP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Before</a:t>
            </a:r>
            <a:r>
              <a:rPr lang="en-IN" sz="105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choosing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final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concept,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we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need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learn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whether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on-device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edge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inference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can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hit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acceptable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accuracy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potholes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and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ANPR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under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conditions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(motion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blur,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monsoon</a:t>
            </a:r>
            <a:r>
              <a:rPr lang="en-IN" sz="10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glare,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variable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camera</a:t>
            </a:r>
            <a:r>
              <a:rPr lang="en-IN" sz="105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angle)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without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needing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constant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video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upload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1050" b="1" u="none" spc="-3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1050" b="1" u="none" spc="-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cloud.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object 63"/>
          <p:cNvSpPr/>
          <p:nvPr/>
        </p:nvSpPr>
        <p:spPr>
          <a:xfrm>
            <a:off x="7518960" y="1318320"/>
            <a:ext cx="28285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VERTICAL</a:t>
            </a:r>
            <a:r>
              <a:rPr lang="en-IN" sz="1250" b="1" u="none" spc="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EVIDENCE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ALREADY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COLLECTED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object 64"/>
          <p:cNvSpPr/>
          <p:nvPr/>
        </p:nvSpPr>
        <p:spPr>
          <a:xfrm>
            <a:off x="7548840" y="1633320"/>
            <a:ext cx="399240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 indent="25920" algn="ctr">
              <a:lnSpc>
                <a:spcPct val="113000"/>
              </a:lnSpc>
              <a:spcBef>
                <a:spcPts val="96"/>
              </a:spcBef>
              <a:tabLst>
                <a:tab pos="0" algn="l"/>
              </a:tabLst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Interview/observation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notes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from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depot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manager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current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pothole/complaint-reporting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workflow,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showing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average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response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delay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between</a:t>
            </a:r>
            <a:r>
              <a:rPr lang="en-IN" sz="9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citizen</a:t>
            </a:r>
            <a:r>
              <a:rPr lang="en-IN" sz="9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9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object 65"/>
          <p:cNvSpPr/>
          <p:nvPr/>
        </p:nvSpPr>
        <p:spPr>
          <a:xfrm>
            <a:off x="7486560" y="3167280"/>
            <a:ext cx="28080" cy="28080"/>
          </a:xfrm>
          <a:custGeom>
            <a:avLst/>
            <a:gdLst>
              <a:gd name="textAreaLeft" fmla="*/ 0 w 28080"/>
              <a:gd name="textAreaRight" fmla="*/ 28440 w 2808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8575" h="28575">
                <a:moveTo>
                  <a:pt x="16182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2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5" y="14287"/>
                </a:lnTo>
                <a:lnTo>
                  <a:pt x="28574" y="16182"/>
                </a:lnTo>
                <a:lnTo>
                  <a:pt x="16182" y="2857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object 66"/>
          <p:cNvSpPr/>
          <p:nvPr/>
        </p:nvSpPr>
        <p:spPr>
          <a:xfrm>
            <a:off x="7486560" y="3342960"/>
            <a:ext cx="28080" cy="28080"/>
          </a:xfrm>
          <a:custGeom>
            <a:avLst/>
            <a:gdLst>
              <a:gd name="textAreaLeft" fmla="*/ 0 w 28080"/>
              <a:gd name="textAreaRight" fmla="*/ 28440 w 2808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8575" h="28575">
                <a:moveTo>
                  <a:pt x="16182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2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5" y="14287"/>
                </a:lnTo>
                <a:lnTo>
                  <a:pt x="28574" y="16182"/>
                </a:lnTo>
                <a:lnTo>
                  <a:pt x="16182" y="2857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object 67"/>
          <p:cNvSpPr/>
          <p:nvPr/>
        </p:nvSpPr>
        <p:spPr>
          <a:xfrm>
            <a:off x="7488360" y="3540600"/>
            <a:ext cx="28080" cy="28080"/>
          </a:xfrm>
          <a:custGeom>
            <a:avLst/>
            <a:gdLst>
              <a:gd name="textAreaLeft" fmla="*/ 0 w 28080"/>
              <a:gd name="textAreaRight" fmla="*/ 28440 w 28080"/>
              <a:gd name="textAreaTop" fmla="*/ 0 h 28080"/>
              <a:gd name="textAreaBottom" fmla="*/ 28440 h 28080"/>
            </a:gdLst>
            <a:ahLst/>
            <a:cxnLst/>
            <a:rect l="textAreaLeft" t="textAreaTop" r="textAreaRight" b="textAreaBottom"/>
            <a:pathLst>
              <a:path w="28575" h="28575">
                <a:moveTo>
                  <a:pt x="16182" y="28574"/>
                </a:moveTo>
                <a:lnTo>
                  <a:pt x="12392" y="28574"/>
                </a:lnTo>
                <a:lnTo>
                  <a:pt x="10570" y="28212"/>
                </a:lnTo>
                <a:lnTo>
                  <a:pt x="0" y="16182"/>
                </a:lnTo>
                <a:lnTo>
                  <a:pt x="0" y="12392"/>
                </a:lnTo>
                <a:lnTo>
                  <a:pt x="12392" y="0"/>
                </a:lnTo>
                <a:lnTo>
                  <a:pt x="16182" y="0"/>
                </a:lnTo>
                <a:lnTo>
                  <a:pt x="28575" y="14287"/>
                </a:lnTo>
                <a:lnTo>
                  <a:pt x="28574" y="16182"/>
                </a:lnTo>
                <a:lnTo>
                  <a:pt x="16182" y="2857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object 68"/>
          <p:cNvSpPr/>
          <p:nvPr/>
        </p:nvSpPr>
        <p:spPr>
          <a:xfrm>
            <a:off x="7450200" y="2788920"/>
            <a:ext cx="4169160" cy="9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1640" rIns="0" bIns="0" anchor="t">
            <a:spAutoFit/>
          </a:bodyPr>
          <a:p>
            <a:pPr marL="12600">
              <a:lnSpc>
                <a:spcPct val="100000"/>
              </a:lnSpc>
              <a:spcBef>
                <a:spcPts val="564"/>
              </a:spcBef>
            </a:pP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EARLY</a:t>
            </a:r>
            <a:r>
              <a:rPr lang="en-IN" sz="1250" b="1" u="none" spc="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SUCCESS</a:t>
            </a:r>
            <a:r>
              <a:rPr lang="en-IN" sz="1250" b="1" u="none" spc="5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2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MEASURE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5520">
              <a:lnSpc>
                <a:spcPct val="121000"/>
              </a:lnSpc>
              <a:spcBef>
                <a:spcPts val="91"/>
              </a:spcBef>
            </a:pP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Baseline: [current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avg.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days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from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 occurrence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municipal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repair action]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Later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target: [target reduction,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e.g.,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detection-to-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alert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under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24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hours]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7320">
              <a:lnSpc>
                <a:spcPct val="111000"/>
              </a:lnSpc>
              <a:spcBef>
                <a:spcPts val="281"/>
              </a:spcBef>
            </a:pP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Measurement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method:</a:t>
            </a:r>
            <a:r>
              <a:rPr lang="en-IN" sz="9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Compare</a:t>
            </a:r>
            <a:r>
              <a:rPr lang="en-IN" sz="9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timestamped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system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alerts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against</a:t>
            </a:r>
            <a:r>
              <a:rPr lang="en-IN" sz="9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 repair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logs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over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pilot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period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fixed</a:t>
            </a:r>
            <a:r>
              <a:rPr lang="en-IN" sz="9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number</a:t>
            </a:r>
            <a:r>
              <a:rPr lang="en-IN" sz="95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buses/routes.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object 69"/>
          <p:cNvSpPr/>
          <p:nvPr/>
        </p:nvSpPr>
        <p:spPr>
          <a:xfrm>
            <a:off x="645480" y="3322800"/>
            <a:ext cx="37800" cy="37800"/>
          </a:xfrm>
          <a:custGeom>
            <a:avLst/>
            <a:gdLst>
              <a:gd name="textAreaLeft" fmla="*/ 0 w 37800"/>
              <a:gd name="textAreaRight" fmla="*/ 38160 w 378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38100" h="38100">
                <a:moveTo>
                  <a:pt x="215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6523"/>
                </a:lnTo>
                <a:lnTo>
                  <a:pt x="16523" y="0"/>
                </a:lnTo>
                <a:lnTo>
                  <a:pt x="21576" y="0"/>
                </a:lnTo>
                <a:lnTo>
                  <a:pt x="38100" y="19049"/>
                </a:lnTo>
                <a:lnTo>
                  <a:pt x="38099" y="21576"/>
                </a:lnTo>
                <a:lnTo>
                  <a:pt x="21576" y="3809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object 70"/>
          <p:cNvSpPr/>
          <p:nvPr/>
        </p:nvSpPr>
        <p:spPr>
          <a:xfrm>
            <a:off x="664920" y="1967040"/>
            <a:ext cx="2059560" cy="34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lang="en-IN" sz="3650" b="1" u="none" spc="-26" strike="noStrike">
                <a:solidFill>
                  <a:srgbClr val="008B94"/>
                </a:solidFill>
                <a:effectLst/>
                <a:uFillTx/>
                <a:latin typeface="Calibri"/>
              </a:rPr>
              <a:t>AI</a:t>
            </a:r>
            <a:endParaRPr lang="en-IN" sz="3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2880" indent="-531000">
              <a:lnSpc>
                <a:spcPct val="114000"/>
              </a:lnSpc>
              <a:spcBef>
                <a:spcPts val="1964"/>
              </a:spcBef>
              <a:tabLst>
                <a:tab pos="0" algn="l"/>
              </a:tabLst>
            </a:pPr>
            <a:r>
              <a:rPr lang="en-IN" sz="1150" b="1" u="none" strike="noStrike">
                <a:solidFill>
                  <a:srgbClr val="F6FAFA"/>
                </a:solidFill>
                <a:effectLst/>
                <a:uFillTx/>
                <a:latin typeface="Calibri"/>
              </a:rPr>
              <a:t>Why</a:t>
            </a:r>
            <a:r>
              <a:rPr lang="en-IN" sz="1150" b="1" u="none" spc="-20" strike="noStrike">
                <a:solidFill>
                  <a:srgbClr val="F6FAFA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F6FAFA"/>
                </a:solidFill>
                <a:effectLst/>
                <a:uFillTx/>
                <a:latin typeface="Calibri"/>
              </a:rPr>
              <a:t>this</a:t>
            </a:r>
            <a:r>
              <a:rPr lang="en-IN" sz="1150" b="1" u="none" spc="-20" strike="noStrike">
                <a:solidFill>
                  <a:srgbClr val="F6FAFA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F6FAFA"/>
                </a:solidFill>
                <a:effectLst/>
                <a:uFillTx/>
                <a:latin typeface="Calibri"/>
              </a:rPr>
              <a:t>problem</a:t>
            </a:r>
            <a:r>
              <a:rPr lang="en-IN" sz="1150" b="1" u="none" spc="-14" strike="noStrike">
                <a:solidFill>
                  <a:srgbClr val="F6FAFA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F6FAFA"/>
                </a:solidFill>
                <a:effectLst/>
                <a:uFillTx/>
                <a:latin typeface="Calibri"/>
              </a:rPr>
              <a:t>belongs</a:t>
            </a:r>
            <a:r>
              <a:rPr lang="en-IN" sz="1150" b="1" u="none" spc="-20" strike="noStrike">
                <a:solidFill>
                  <a:srgbClr val="F6FAFA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trike="noStrike">
                <a:solidFill>
                  <a:srgbClr val="F6FAFA"/>
                </a:solidFill>
                <a:effectLst/>
                <a:uFillTx/>
                <a:latin typeface="Calibri"/>
              </a:rPr>
              <a:t>in</a:t>
            </a:r>
            <a:r>
              <a:rPr lang="en-IN" sz="1150" b="1" u="none" spc="-14" strike="noStrike">
                <a:solidFill>
                  <a:srgbClr val="F6FAFA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pc="-26" strike="noStrike">
                <a:solidFill>
                  <a:srgbClr val="F6FAFA"/>
                </a:solidFill>
                <a:effectLst/>
                <a:uFillTx/>
                <a:latin typeface="Calibri"/>
              </a:rPr>
              <a:t>the </a:t>
            </a:r>
            <a:r>
              <a:rPr lang="en-IN" sz="1150" b="1" u="none" strike="noStrike">
                <a:solidFill>
                  <a:srgbClr val="F6FAFA"/>
                </a:solidFill>
                <a:effectLst/>
                <a:uFillTx/>
                <a:latin typeface="Calibri"/>
              </a:rPr>
              <a:t>chosen</a:t>
            </a:r>
            <a:r>
              <a:rPr lang="en-IN" sz="1150" b="1" u="none" spc="6" strike="noStrike">
                <a:solidFill>
                  <a:srgbClr val="F6FAFA"/>
                </a:solidFill>
                <a:effectLst/>
                <a:uFillTx/>
                <a:latin typeface="Calibri"/>
              </a:rPr>
              <a:t> </a:t>
            </a:r>
            <a:r>
              <a:rPr lang="en-IN" sz="1150" b="1" u="none" spc="-11" strike="noStrike">
                <a:solidFill>
                  <a:srgbClr val="F6FAFA"/>
                </a:solidFill>
                <a:effectLst/>
                <a:uFillTx/>
                <a:latin typeface="Calibri"/>
              </a:rPr>
              <a:t>vertical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1600">
              <a:lnSpc>
                <a:spcPct val="113000"/>
              </a:lnSpc>
              <a:spcBef>
                <a:spcPts val="215"/>
              </a:spcBef>
              <a:tabLst>
                <a:tab pos="0" algn="l"/>
              </a:tabLst>
            </a:pP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This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civic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infrastructure 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and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mobility</a:t>
            </a:r>
            <a:r>
              <a:rPr lang="en-IN" sz="1050" b="0" u="none" spc="-3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—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core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asset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(public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fleet)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owned</a:t>
            </a:r>
            <a:r>
              <a:rPr lang="en-IN" sz="1050" b="0" u="none" spc="-3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and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operated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by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state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transport corporation,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and</a:t>
            </a:r>
            <a:r>
              <a:rPr lang="en-IN" sz="1050" b="0" u="none" spc="-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beneficiaries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(municipal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maintenance,</a:t>
            </a:r>
            <a:r>
              <a:rPr lang="en-IN" sz="1050" b="0" u="none" spc="-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traffic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police)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are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civic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institutions,</a:t>
            </a:r>
            <a:r>
              <a:rPr lang="en-IN" sz="1050" b="0" u="none" spc="-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not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private</a:t>
            </a:r>
            <a:r>
              <a:rPr lang="en-IN" sz="1050" b="0" u="none" spc="-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consumers.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Both</a:t>
            </a:r>
            <a:r>
              <a:rPr lang="en-IN" sz="1050" b="0" u="none" spc="-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the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deployment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path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end-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users</a:t>
            </a:r>
            <a:r>
              <a:rPr lang="en-IN" sz="1050" b="0" u="none" spc="-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are </a:t>
            </a:r>
            <a:r>
              <a:rPr lang="en-IN" sz="1050" b="0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smart-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city</a:t>
            </a:r>
            <a:r>
              <a:rPr lang="en-IN" sz="1050" b="0" u="none" spc="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specific,</a:t>
            </a:r>
            <a:r>
              <a:rPr lang="en-IN" sz="1050" b="0" u="none" spc="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</a:t>
            </a:r>
            <a:r>
              <a:rPr lang="en-IN" sz="1050" b="0" u="none" spc="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fintech, healthcare,</a:t>
            </a:r>
            <a:r>
              <a:rPr lang="en-IN" sz="1050" b="0" u="none" spc="1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</a:t>
            </a:r>
            <a:r>
              <a:rPr lang="en-IN" sz="1050" b="0" u="none" spc="6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general</a:t>
            </a:r>
            <a:r>
              <a:rPr lang="en-IN" sz="1050" b="0" u="none" spc="14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consumer tech.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ftr" idx="30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31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59D01B26-7CEB-4E8D-A25C-D35E442F62B3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object 2"/>
          <p:cNvGrpSpPr/>
          <p:nvPr/>
        </p:nvGrpSpPr>
        <p:grpSpPr>
          <a:xfrm>
            <a:off x="0" y="0"/>
            <a:ext cx="223560" cy="6857640"/>
            <a:chOff x="0" y="0"/>
            <a:chExt cx="223560" cy="6857640"/>
          </a:xfrm>
        </p:grpSpPr>
        <p:pic>
          <p:nvPicPr>
            <p:cNvPr id="658" name="object 3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223560" cy="6857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9" name="object 4"/>
            <p:cNvPicPr/>
            <p:nvPr/>
          </p:nvPicPr>
          <p:blipFill>
            <a:blip r:embed="rId2"/>
            <a:stretch/>
          </p:blipFill>
          <p:spPr>
            <a:xfrm>
              <a:off x="9360" y="0"/>
              <a:ext cx="161640" cy="68482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60" name="object 5"/>
          <p:cNvGrpSpPr/>
          <p:nvPr/>
        </p:nvGrpSpPr>
        <p:grpSpPr>
          <a:xfrm>
            <a:off x="361800" y="228600"/>
            <a:ext cx="585360" cy="585360"/>
            <a:chOff x="361800" y="228600"/>
            <a:chExt cx="585360" cy="585360"/>
          </a:xfrm>
        </p:grpSpPr>
        <p:pic>
          <p:nvPicPr>
            <p:cNvPr id="661" name="object 6"/>
            <p:cNvPicPr/>
            <p:nvPr/>
          </p:nvPicPr>
          <p:blipFill>
            <a:blip r:embed="rId3"/>
            <a:stretch/>
          </p:blipFill>
          <p:spPr>
            <a:xfrm>
              <a:off x="361800" y="228600"/>
              <a:ext cx="585360" cy="585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2" name="object 7"/>
            <p:cNvPicPr/>
            <p:nvPr/>
          </p:nvPicPr>
          <p:blipFill>
            <a:blip r:embed="rId4"/>
            <a:stretch/>
          </p:blipFill>
          <p:spPr>
            <a:xfrm>
              <a:off x="419040" y="266760"/>
              <a:ext cx="475920" cy="475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63" name="object 8"/>
          <p:cNvGrpSpPr/>
          <p:nvPr/>
        </p:nvGrpSpPr>
        <p:grpSpPr>
          <a:xfrm>
            <a:off x="8737200" y="222120"/>
            <a:ext cx="2924280" cy="429840"/>
            <a:chOff x="8737200" y="222120"/>
            <a:chExt cx="2924280" cy="429840"/>
          </a:xfrm>
        </p:grpSpPr>
        <p:pic>
          <p:nvPicPr>
            <p:cNvPr id="664" name="object 9"/>
            <p:cNvPicPr/>
            <p:nvPr/>
          </p:nvPicPr>
          <p:blipFill>
            <a:blip r:embed="rId5"/>
            <a:stretch/>
          </p:blipFill>
          <p:spPr>
            <a:xfrm>
              <a:off x="874404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5" name="object 10"/>
            <p:cNvPicPr/>
            <p:nvPr/>
          </p:nvPicPr>
          <p:blipFill>
            <a:blip r:embed="rId6"/>
            <a:stretch/>
          </p:blipFill>
          <p:spPr>
            <a:xfrm>
              <a:off x="873720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6" name="object 11"/>
            <p:cNvPicPr/>
            <p:nvPr/>
          </p:nvPicPr>
          <p:blipFill>
            <a:blip r:embed="rId7"/>
            <a:stretch/>
          </p:blipFill>
          <p:spPr>
            <a:xfrm>
              <a:off x="969660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7" name="object 12"/>
            <p:cNvPicPr/>
            <p:nvPr/>
          </p:nvPicPr>
          <p:blipFill>
            <a:blip r:embed="rId8"/>
            <a:stretch/>
          </p:blipFill>
          <p:spPr>
            <a:xfrm>
              <a:off x="968976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8" name="object 13"/>
            <p:cNvPicPr/>
            <p:nvPr/>
          </p:nvPicPr>
          <p:blipFill>
            <a:blip r:embed="rId9"/>
            <a:stretch/>
          </p:blipFill>
          <p:spPr>
            <a:xfrm>
              <a:off x="10658520" y="247680"/>
              <a:ext cx="994320" cy="404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9" name="object 14"/>
            <p:cNvPicPr/>
            <p:nvPr/>
          </p:nvPicPr>
          <p:blipFill>
            <a:blip r:embed="rId10"/>
            <a:stretch/>
          </p:blipFill>
          <p:spPr>
            <a:xfrm>
              <a:off x="10652040" y="222120"/>
              <a:ext cx="1009440" cy="4186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70" name="object 15"/>
          <p:cNvPicPr/>
          <p:nvPr/>
        </p:nvPicPr>
        <p:blipFill>
          <a:blip r:embed="rId11"/>
          <a:stretch/>
        </p:blipFill>
        <p:spPr>
          <a:xfrm>
            <a:off x="361800" y="6458040"/>
            <a:ext cx="11453400" cy="128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71" name="object 16"/>
          <p:cNvGrpSpPr/>
          <p:nvPr/>
        </p:nvGrpSpPr>
        <p:grpSpPr>
          <a:xfrm>
            <a:off x="468360" y="1058760"/>
            <a:ext cx="3304800" cy="441000"/>
            <a:chOff x="468360" y="1058760"/>
            <a:chExt cx="3304800" cy="441000"/>
          </a:xfrm>
        </p:grpSpPr>
        <p:pic>
          <p:nvPicPr>
            <p:cNvPr id="672" name="object 17"/>
            <p:cNvPicPr/>
            <p:nvPr/>
          </p:nvPicPr>
          <p:blipFill>
            <a:blip r:embed="rId12"/>
            <a:stretch/>
          </p:blipFill>
          <p:spPr>
            <a:xfrm>
              <a:off x="476280" y="1085760"/>
              <a:ext cx="3280320" cy="41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3" name="object 18"/>
            <p:cNvPicPr/>
            <p:nvPr/>
          </p:nvPicPr>
          <p:blipFill>
            <a:blip r:embed="rId13"/>
            <a:stretch/>
          </p:blipFill>
          <p:spPr>
            <a:xfrm>
              <a:off x="468360" y="1058760"/>
              <a:ext cx="3304800" cy="42840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74" name="object 19"/>
          <p:cNvGrpSpPr/>
          <p:nvPr/>
        </p:nvGrpSpPr>
        <p:grpSpPr>
          <a:xfrm>
            <a:off x="481680" y="1531800"/>
            <a:ext cx="5848560" cy="1487160"/>
            <a:chOff x="481680" y="1531800"/>
            <a:chExt cx="5848560" cy="1487160"/>
          </a:xfrm>
        </p:grpSpPr>
        <p:pic>
          <p:nvPicPr>
            <p:cNvPr id="675" name="object 20"/>
            <p:cNvPicPr/>
            <p:nvPr/>
          </p:nvPicPr>
          <p:blipFill>
            <a:blip r:embed="rId14"/>
            <a:stretch/>
          </p:blipFill>
          <p:spPr>
            <a:xfrm>
              <a:off x="481680" y="1581120"/>
              <a:ext cx="2904840" cy="1437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6" name="object 21"/>
            <p:cNvPicPr/>
            <p:nvPr/>
          </p:nvPicPr>
          <p:blipFill>
            <a:blip r:embed="rId15"/>
            <a:stretch/>
          </p:blipFill>
          <p:spPr>
            <a:xfrm>
              <a:off x="682200" y="1714320"/>
              <a:ext cx="399600" cy="409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7" name="object 22"/>
            <p:cNvPicPr/>
            <p:nvPr/>
          </p:nvPicPr>
          <p:blipFill>
            <a:blip r:embed="rId16"/>
            <a:stretch/>
          </p:blipFill>
          <p:spPr>
            <a:xfrm>
              <a:off x="3425400" y="1531800"/>
              <a:ext cx="2904840" cy="1437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78" name="object 23"/>
            <p:cNvPicPr/>
            <p:nvPr/>
          </p:nvPicPr>
          <p:blipFill>
            <a:blip r:embed="rId17"/>
            <a:stretch/>
          </p:blipFill>
          <p:spPr>
            <a:xfrm>
              <a:off x="3655080" y="1724400"/>
              <a:ext cx="399600" cy="4093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79" name="object 24"/>
          <p:cNvGrpSpPr/>
          <p:nvPr/>
        </p:nvGrpSpPr>
        <p:grpSpPr>
          <a:xfrm>
            <a:off x="6400800" y="1537560"/>
            <a:ext cx="2907000" cy="1437840"/>
            <a:chOff x="6400800" y="1537560"/>
            <a:chExt cx="2907000" cy="1437840"/>
          </a:xfrm>
        </p:grpSpPr>
        <p:pic>
          <p:nvPicPr>
            <p:cNvPr id="680" name="object 25"/>
            <p:cNvPicPr/>
            <p:nvPr/>
          </p:nvPicPr>
          <p:blipFill>
            <a:blip r:embed="rId18"/>
            <a:stretch/>
          </p:blipFill>
          <p:spPr>
            <a:xfrm>
              <a:off x="6400800" y="1542960"/>
              <a:ext cx="2880720" cy="1423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1" name="object 26"/>
            <p:cNvPicPr/>
            <p:nvPr/>
          </p:nvPicPr>
          <p:blipFill>
            <a:blip r:embed="rId19"/>
            <a:stretch/>
          </p:blipFill>
          <p:spPr>
            <a:xfrm>
              <a:off x="6402960" y="1537560"/>
              <a:ext cx="2904840" cy="1437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2" name="object 27"/>
            <p:cNvPicPr/>
            <p:nvPr/>
          </p:nvPicPr>
          <p:blipFill>
            <a:blip r:embed="rId20"/>
            <a:stretch/>
          </p:blipFill>
          <p:spPr>
            <a:xfrm>
              <a:off x="6546240" y="1724400"/>
              <a:ext cx="399600" cy="4093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83" name="object 28"/>
          <p:cNvGrpSpPr/>
          <p:nvPr/>
        </p:nvGrpSpPr>
        <p:grpSpPr>
          <a:xfrm>
            <a:off x="9374400" y="1515960"/>
            <a:ext cx="2390400" cy="1450440"/>
            <a:chOff x="9374400" y="1515960"/>
            <a:chExt cx="2390400" cy="1450440"/>
          </a:xfrm>
        </p:grpSpPr>
        <p:pic>
          <p:nvPicPr>
            <p:cNvPr id="684" name="object 29"/>
            <p:cNvPicPr/>
            <p:nvPr/>
          </p:nvPicPr>
          <p:blipFill>
            <a:blip r:embed="rId21"/>
            <a:stretch/>
          </p:blipFill>
          <p:spPr>
            <a:xfrm>
              <a:off x="9381960" y="1542960"/>
              <a:ext cx="2366640" cy="14234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5" name="object 30"/>
            <p:cNvPicPr/>
            <p:nvPr/>
          </p:nvPicPr>
          <p:blipFill>
            <a:blip r:embed="rId22"/>
            <a:stretch/>
          </p:blipFill>
          <p:spPr>
            <a:xfrm>
              <a:off x="9374400" y="1515960"/>
              <a:ext cx="2390400" cy="1437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6" name="object 31"/>
            <p:cNvPicPr/>
            <p:nvPr/>
          </p:nvPicPr>
          <p:blipFill>
            <a:blip r:embed="rId23"/>
            <a:stretch/>
          </p:blipFill>
          <p:spPr>
            <a:xfrm>
              <a:off x="9381960" y="1542960"/>
              <a:ext cx="175680" cy="1404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87" name="object 32"/>
            <p:cNvPicPr/>
            <p:nvPr/>
          </p:nvPicPr>
          <p:blipFill>
            <a:blip r:embed="rId24"/>
            <a:stretch/>
          </p:blipFill>
          <p:spPr>
            <a:xfrm>
              <a:off x="9439200" y="1581120"/>
              <a:ext cx="66240" cy="12949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88" name="object 33"/>
          <p:cNvGrpSpPr/>
          <p:nvPr/>
        </p:nvGrpSpPr>
        <p:grpSpPr>
          <a:xfrm>
            <a:off x="468360" y="3535560"/>
            <a:ext cx="2171160" cy="688320"/>
            <a:chOff x="468360" y="3535560"/>
            <a:chExt cx="2171160" cy="688320"/>
          </a:xfrm>
        </p:grpSpPr>
        <p:pic>
          <p:nvPicPr>
            <p:cNvPr id="689" name="object 34"/>
            <p:cNvPicPr/>
            <p:nvPr/>
          </p:nvPicPr>
          <p:blipFill>
            <a:blip r:embed="rId25"/>
            <a:stretch/>
          </p:blipFill>
          <p:spPr>
            <a:xfrm>
              <a:off x="476280" y="3562200"/>
              <a:ext cx="2147760" cy="6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0" name="object 35"/>
            <p:cNvPicPr/>
            <p:nvPr/>
          </p:nvPicPr>
          <p:blipFill>
            <a:blip r:embed="rId26"/>
            <a:stretch/>
          </p:blipFill>
          <p:spPr>
            <a:xfrm>
              <a:off x="468360" y="3535560"/>
              <a:ext cx="2171160" cy="676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1" name="object 36"/>
          <p:cNvGrpSpPr/>
          <p:nvPr/>
        </p:nvGrpSpPr>
        <p:grpSpPr>
          <a:xfrm>
            <a:off x="2678040" y="3535560"/>
            <a:ext cx="2171160" cy="688320"/>
            <a:chOff x="2678040" y="3535560"/>
            <a:chExt cx="2171160" cy="688320"/>
          </a:xfrm>
        </p:grpSpPr>
        <p:pic>
          <p:nvPicPr>
            <p:cNvPr id="692" name="object 37"/>
            <p:cNvPicPr/>
            <p:nvPr/>
          </p:nvPicPr>
          <p:blipFill>
            <a:blip r:embed="rId27"/>
            <a:stretch/>
          </p:blipFill>
          <p:spPr>
            <a:xfrm>
              <a:off x="2685960" y="3562200"/>
              <a:ext cx="2147760" cy="6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3" name="object 38"/>
            <p:cNvPicPr/>
            <p:nvPr/>
          </p:nvPicPr>
          <p:blipFill>
            <a:blip r:embed="rId28"/>
            <a:stretch/>
          </p:blipFill>
          <p:spPr>
            <a:xfrm>
              <a:off x="2678040" y="3535560"/>
              <a:ext cx="2171160" cy="676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4" name="object 39"/>
          <p:cNvGrpSpPr/>
          <p:nvPr/>
        </p:nvGrpSpPr>
        <p:grpSpPr>
          <a:xfrm>
            <a:off x="4888080" y="3535560"/>
            <a:ext cx="2171160" cy="688320"/>
            <a:chOff x="4888080" y="3535560"/>
            <a:chExt cx="2171160" cy="688320"/>
          </a:xfrm>
        </p:grpSpPr>
        <p:pic>
          <p:nvPicPr>
            <p:cNvPr id="695" name="object 40"/>
            <p:cNvPicPr/>
            <p:nvPr/>
          </p:nvPicPr>
          <p:blipFill>
            <a:blip r:embed="rId29"/>
            <a:stretch/>
          </p:blipFill>
          <p:spPr>
            <a:xfrm>
              <a:off x="4896000" y="3562200"/>
              <a:ext cx="2147760" cy="6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6" name="object 41"/>
            <p:cNvPicPr/>
            <p:nvPr/>
          </p:nvPicPr>
          <p:blipFill>
            <a:blip r:embed="rId30"/>
            <a:stretch/>
          </p:blipFill>
          <p:spPr>
            <a:xfrm>
              <a:off x="4888080" y="3535560"/>
              <a:ext cx="2171160" cy="676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7" name="object 42"/>
          <p:cNvGrpSpPr/>
          <p:nvPr/>
        </p:nvGrpSpPr>
        <p:grpSpPr>
          <a:xfrm>
            <a:off x="7107120" y="3535560"/>
            <a:ext cx="2171160" cy="688320"/>
            <a:chOff x="7107120" y="3535560"/>
            <a:chExt cx="2171160" cy="688320"/>
          </a:xfrm>
        </p:grpSpPr>
        <p:pic>
          <p:nvPicPr>
            <p:cNvPr id="698" name="object 43"/>
            <p:cNvPicPr/>
            <p:nvPr/>
          </p:nvPicPr>
          <p:blipFill>
            <a:blip r:embed="rId31"/>
            <a:stretch/>
          </p:blipFill>
          <p:spPr>
            <a:xfrm>
              <a:off x="7115040" y="3562200"/>
              <a:ext cx="2147760" cy="6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99" name="object 44"/>
            <p:cNvPicPr/>
            <p:nvPr/>
          </p:nvPicPr>
          <p:blipFill>
            <a:blip r:embed="rId32"/>
            <a:stretch/>
          </p:blipFill>
          <p:spPr>
            <a:xfrm>
              <a:off x="7107120" y="3535560"/>
              <a:ext cx="2171160" cy="6760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00" name="object 45"/>
          <p:cNvGrpSpPr/>
          <p:nvPr/>
        </p:nvGrpSpPr>
        <p:grpSpPr>
          <a:xfrm>
            <a:off x="9317160" y="3535560"/>
            <a:ext cx="2171160" cy="688320"/>
            <a:chOff x="9317160" y="3535560"/>
            <a:chExt cx="2171160" cy="688320"/>
          </a:xfrm>
        </p:grpSpPr>
        <p:pic>
          <p:nvPicPr>
            <p:cNvPr id="701" name="object 46"/>
            <p:cNvPicPr/>
            <p:nvPr/>
          </p:nvPicPr>
          <p:blipFill>
            <a:blip r:embed="rId33"/>
            <a:stretch/>
          </p:blipFill>
          <p:spPr>
            <a:xfrm>
              <a:off x="9325080" y="3562200"/>
              <a:ext cx="2147760" cy="661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2" name="object 47"/>
            <p:cNvPicPr/>
            <p:nvPr/>
          </p:nvPicPr>
          <p:blipFill>
            <a:blip r:embed="rId34"/>
            <a:stretch/>
          </p:blipFill>
          <p:spPr>
            <a:xfrm>
              <a:off x="9317160" y="3535560"/>
              <a:ext cx="2171160" cy="67608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703" name="object 48"/>
          <p:cNvPicPr/>
          <p:nvPr/>
        </p:nvPicPr>
        <p:blipFill>
          <a:blip r:embed="rId35"/>
          <a:stretch/>
        </p:blipFill>
        <p:spPr>
          <a:xfrm>
            <a:off x="460440" y="4419720"/>
            <a:ext cx="11296440" cy="12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4" name="object 49"/>
          <p:cNvSpPr/>
          <p:nvPr/>
        </p:nvSpPr>
        <p:spPr>
          <a:xfrm>
            <a:off x="542880" y="322560"/>
            <a:ext cx="231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550" b="1" u="none" spc="-26" strike="noStrike">
                <a:solidFill>
                  <a:srgbClr val="FFFFFF"/>
                </a:solidFill>
                <a:effectLst/>
                <a:uFillTx/>
                <a:latin typeface="Calibri"/>
              </a:rPr>
              <a:t>10</a:t>
            </a:r>
            <a:endParaRPr lang="en-IN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993600" y="180720"/>
            <a:ext cx="7234200" cy="3927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9"/>
              </a:spcBef>
              <a:buNone/>
            </a:pPr>
            <a:r>
              <a:rPr lang="en-IN" sz="18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Phase</a:t>
            </a:r>
            <a:r>
              <a:rPr lang="en-IN" sz="180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8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2</a:t>
            </a:r>
            <a:r>
              <a:rPr lang="en-IN" sz="180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8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ideation</a:t>
            </a:r>
            <a:r>
              <a:rPr lang="en-IN" sz="180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8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preparation</a:t>
            </a:r>
            <a:r>
              <a:rPr lang="en-IN" sz="180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8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and</a:t>
            </a:r>
            <a:r>
              <a:rPr lang="en-IN" sz="180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80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next</a:t>
            </a:r>
            <a:r>
              <a:rPr lang="en-IN" sz="1800" b="1" u="none" spc="-31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80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actions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6" name="object 51"/>
          <p:cNvSpPr/>
          <p:nvPr/>
        </p:nvSpPr>
        <p:spPr>
          <a:xfrm>
            <a:off x="593640" y="2314800"/>
            <a:ext cx="2648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4120" rIns="0" bIns="0" anchor="t">
            <a:spAutoFit/>
          </a:bodyPr>
          <a:p>
            <a:pPr marL="12600">
              <a:lnSpc>
                <a:spcPts val="751"/>
              </a:lnSpc>
              <a:spcBef>
                <a:spcPts val="190"/>
              </a:spcBef>
            </a:pP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Why</a:t>
            </a:r>
            <a:r>
              <a:rPr lang="en-IN" sz="7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it may create user value: Reuses camera hardware</a:t>
            </a:r>
            <a:r>
              <a:rPr lang="en-IN" sz="7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already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installed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buses.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On-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board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AI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detects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potholes,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damage,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density,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hit-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and-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run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incidents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(with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number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plate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capture)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</a:t>
            </a:r>
            <a:r>
              <a:rPr lang="en-IN" sz="7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real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time. Marginal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cost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per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data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point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near zero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since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coverage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grows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automatically with the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transit network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 no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new installs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needed.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object 52"/>
          <p:cNvSpPr/>
          <p:nvPr/>
        </p:nvSpPr>
        <p:spPr>
          <a:xfrm>
            <a:off x="810000" y="1776960"/>
            <a:ext cx="1177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object 53"/>
          <p:cNvSpPr/>
          <p:nvPr/>
        </p:nvSpPr>
        <p:spPr>
          <a:xfrm>
            <a:off x="3806280" y="1776960"/>
            <a:ext cx="110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B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object 54"/>
          <p:cNvSpPr/>
          <p:nvPr/>
        </p:nvSpPr>
        <p:spPr>
          <a:xfrm>
            <a:off x="669600" y="696600"/>
            <a:ext cx="7340760" cy="86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336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First compare existing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and</a:t>
            </a:r>
            <a:r>
              <a:rPr lang="en-IN" sz="105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non-digital alternatives; then freshly generateat least three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materially</a:t>
            </a:r>
            <a:r>
              <a:rPr lang="en-IN" sz="105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different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ideas</a:t>
            </a:r>
            <a:r>
              <a:rPr lang="en-IN" sz="105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before</a:t>
            </a:r>
            <a:r>
              <a:rPr lang="en-IN" sz="1050" b="0" u="none" spc="2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selecting</a:t>
            </a:r>
            <a:r>
              <a:rPr lang="en-IN" sz="1050" b="0" u="none" spc="3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one.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FRESH</a:t>
            </a:r>
            <a:r>
              <a:rPr lang="en-IN" sz="1050" b="1" u="none" spc="-31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IDEAS</a:t>
            </a:r>
            <a:r>
              <a:rPr lang="en-IN" sz="10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TO</a:t>
            </a:r>
            <a:r>
              <a:rPr lang="en-IN" sz="10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GENERATE</a:t>
            </a:r>
            <a:r>
              <a:rPr lang="en-IN" sz="10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IN</a:t>
            </a:r>
            <a:r>
              <a:rPr lang="en-IN" sz="1050" b="1" u="none" spc="-31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PHASE</a:t>
            </a:r>
            <a:r>
              <a:rPr lang="en-IN" sz="10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2</a:t>
            </a:r>
            <a:r>
              <a:rPr lang="en-IN" sz="10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006D74"/>
                </a:solidFill>
                <a:effectLst/>
                <a:uFillTx/>
                <a:latin typeface="Calibri"/>
              </a:rPr>
              <a:t>-</a:t>
            </a:r>
            <a:r>
              <a:rPr lang="en-IN" sz="1050" b="1" u="none" strike="noStrike">
                <a:solidFill>
                  <a:srgbClr val="006D74"/>
                </a:solidFill>
                <a:effectLst/>
                <a:uFillTx/>
                <a:latin typeface="Calibri"/>
              </a:rPr>
              <a:t>NOT</a:t>
            </a:r>
            <a:r>
              <a:rPr lang="en-IN" sz="1050" b="1" u="none" spc="-26" strike="noStrike">
                <a:solidFill>
                  <a:srgbClr val="006D74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20" strike="noStrike">
                <a:solidFill>
                  <a:srgbClr val="006D74"/>
                </a:solidFill>
                <a:effectLst/>
                <a:uFillTx/>
                <a:latin typeface="Calibri"/>
              </a:rPr>
              <a:t>FINAL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lang="en-IN" sz="1050" b="1" u="none" spc="-11" strike="noStrike">
                <a:solidFill>
                  <a:srgbClr val="006D74"/>
                </a:solidFill>
                <a:effectLst/>
                <a:uFillTx/>
                <a:latin typeface="Calibri"/>
              </a:rPr>
              <a:t>SOLUTIONS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object 55"/>
          <p:cNvSpPr/>
          <p:nvPr/>
        </p:nvSpPr>
        <p:spPr>
          <a:xfrm>
            <a:off x="7299000" y="4799160"/>
            <a:ext cx="186336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[Interview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sketch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comparison]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object 56"/>
          <p:cNvSpPr/>
          <p:nvPr/>
        </p:nvSpPr>
        <p:spPr>
          <a:xfrm>
            <a:off x="7299000" y="5085000"/>
            <a:ext cx="18133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[Test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estimate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/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expert</a:t>
            </a:r>
            <a:r>
              <a:rPr lang="en-IN" sz="1050" b="0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review]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object 57"/>
          <p:cNvSpPr/>
          <p:nvPr/>
        </p:nvSpPr>
        <p:spPr>
          <a:xfrm>
            <a:off x="7299000" y="5370840"/>
            <a:ext cx="136872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[User</a:t>
            </a:r>
            <a:r>
              <a:rPr lang="en-IN" sz="1050" b="0" u="none" spc="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concept</a:t>
            </a:r>
            <a:r>
              <a:rPr lang="en-IN" sz="1050" b="0" u="none" spc="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0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feedback]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object 58"/>
          <p:cNvSpPr/>
          <p:nvPr/>
        </p:nvSpPr>
        <p:spPr>
          <a:xfrm>
            <a:off x="8996400" y="306000"/>
            <a:ext cx="5083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DISCOVER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object 59"/>
          <p:cNvSpPr/>
          <p:nvPr/>
        </p:nvSpPr>
        <p:spPr>
          <a:xfrm>
            <a:off x="9964440" y="306000"/>
            <a:ext cx="49572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VALIDATE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object 60"/>
          <p:cNvSpPr/>
          <p:nvPr/>
        </p:nvSpPr>
        <p:spPr>
          <a:xfrm>
            <a:off x="10983240" y="306000"/>
            <a:ext cx="372240" cy="1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DECIDE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object 61"/>
          <p:cNvSpPr/>
          <p:nvPr/>
        </p:nvSpPr>
        <p:spPr>
          <a:xfrm>
            <a:off x="1255680" y="3679200"/>
            <a:ext cx="564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008B94"/>
                </a:solidFill>
                <a:effectLst/>
                <a:uFillTx/>
                <a:latin typeface="Calibri"/>
              </a:rPr>
              <a:t>Desirability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object 62"/>
          <p:cNvSpPr/>
          <p:nvPr/>
        </p:nvSpPr>
        <p:spPr>
          <a:xfrm>
            <a:off x="3501360" y="3679200"/>
            <a:ext cx="5158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3178C6"/>
                </a:solidFill>
                <a:effectLst/>
                <a:uFillTx/>
                <a:latin typeface="Calibri"/>
              </a:rPr>
              <a:t>Feasibility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object 63"/>
          <p:cNvSpPr/>
          <p:nvPr/>
        </p:nvSpPr>
        <p:spPr>
          <a:xfrm>
            <a:off x="5638680" y="3669840"/>
            <a:ext cx="6897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B13A48"/>
                </a:solidFill>
                <a:effectLst/>
                <a:uFillTx/>
                <a:latin typeface="Calibri"/>
              </a:rPr>
              <a:t>Responsibility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object 64"/>
          <p:cNvSpPr/>
          <p:nvPr/>
        </p:nvSpPr>
        <p:spPr>
          <a:xfrm>
            <a:off x="7812000" y="3669840"/>
            <a:ext cx="7750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F2A612"/>
                </a:solidFill>
                <a:effectLst/>
                <a:uFillTx/>
                <a:latin typeface="Calibri"/>
              </a:rPr>
              <a:t>Viability</a:t>
            </a:r>
            <a:r>
              <a:rPr lang="en-IN" sz="900" b="1" u="none" spc="-20" strike="noStrike">
                <a:solidFill>
                  <a:srgbClr val="F2A612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F2A612"/>
                </a:solidFill>
                <a:effectLst/>
                <a:uFillTx/>
                <a:latin typeface="Calibri"/>
              </a:rPr>
              <a:t>/</a:t>
            </a:r>
            <a:r>
              <a:rPr lang="en-IN" sz="900" b="1" u="none" spc="-14" strike="noStrike">
                <a:solidFill>
                  <a:srgbClr val="F2A612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F2A612"/>
                </a:solidFill>
                <a:effectLst/>
                <a:uFillTx/>
                <a:latin typeface="Calibri"/>
              </a:rPr>
              <a:t>value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object 65"/>
          <p:cNvSpPr/>
          <p:nvPr/>
        </p:nvSpPr>
        <p:spPr>
          <a:xfrm>
            <a:off x="10066320" y="3669840"/>
            <a:ext cx="6948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6E56CF"/>
                </a:solidFill>
                <a:effectLst/>
                <a:uFillTx/>
                <a:latin typeface="Calibri"/>
              </a:rPr>
              <a:t>User</a:t>
            </a:r>
            <a:r>
              <a:rPr lang="en-IN" sz="900" b="1" u="none" spc="-20" strike="noStrike">
                <a:solidFill>
                  <a:srgbClr val="6E56CF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6E56CF"/>
                </a:solidFill>
                <a:effectLst/>
                <a:uFillTx/>
                <a:latin typeface="Calibri"/>
              </a:rPr>
              <a:t>evidence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object 66"/>
          <p:cNvSpPr/>
          <p:nvPr/>
        </p:nvSpPr>
        <p:spPr>
          <a:xfrm>
            <a:off x="627840" y="5840640"/>
            <a:ext cx="964152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395000">
              <a:lnSpc>
                <a:spcPct val="100000"/>
              </a:lnSpc>
              <a:spcBef>
                <a:spcPts val="125"/>
              </a:spcBef>
            </a:pP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2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16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October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2026: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compare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current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solutions,</a:t>
            </a:r>
            <a:r>
              <a:rPr lang="en-IN" sz="800" b="0" i="1" u="none" spc="5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create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3+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fresh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ideas,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select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one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using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Desirability,</a:t>
            </a:r>
            <a:r>
              <a:rPr lang="en-IN" sz="800" b="0" i="1" u="none" spc="5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Feasibility,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Viability/Value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and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Responsibility,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and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justify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the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trade-offs</a:t>
            </a:r>
            <a:r>
              <a:rPr lang="en-IN" sz="800" b="0" i="1" u="none" spc="54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with</a:t>
            </a:r>
            <a:r>
              <a:rPr lang="en-IN" sz="800" b="0" i="1" u="none" spc="5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800" b="0" i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evidence.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Official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45" strike="noStrike">
                <a:solidFill>
                  <a:srgbClr val="6A2E2E"/>
                </a:solidFill>
                <a:effectLst/>
                <a:uFillTx/>
                <a:latin typeface="Calibri"/>
              </a:rPr>
              <a:t>assessment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and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gate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decision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are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completed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by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20" strike="noStrike">
                <a:solidFill>
                  <a:srgbClr val="6A2E2E"/>
                </a:solidFill>
                <a:effectLst/>
                <a:uFillTx/>
                <a:latin typeface="Calibri"/>
              </a:rPr>
              <a:t>reviewers</a:t>
            </a:r>
            <a:r>
              <a:rPr lang="en-IN" sz="650" b="0" u="none" spc="14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in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the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separate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SoI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45" strike="noStrike">
                <a:solidFill>
                  <a:srgbClr val="6A2E2E"/>
                </a:solidFill>
                <a:effectLst/>
                <a:uFillTx/>
                <a:latin typeface="Calibri"/>
              </a:rPr>
              <a:t>Assessment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20" strike="noStrike">
                <a:solidFill>
                  <a:srgbClr val="6A2E2E"/>
                </a:solidFill>
                <a:effectLst/>
                <a:uFillTx/>
                <a:latin typeface="Calibri"/>
              </a:rPr>
              <a:t>Workbook;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students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do</a:t>
            </a:r>
            <a:r>
              <a:rPr lang="en-IN" sz="650" b="0" u="none" spc="14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not</a:t>
            </a:r>
            <a:r>
              <a:rPr lang="en-IN" sz="650" b="0" u="none" spc="11" strike="noStrike">
                <a:solidFill>
                  <a:srgbClr val="6A2E2E"/>
                </a:solidFill>
                <a:effectLst/>
                <a:uFillTx/>
                <a:latin typeface="Calibri"/>
              </a:rPr>
              <a:t> </a:t>
            </a:r>
            <a:r>
              <a:rPr lang="en-IN" sz="650" b="0" u="none" spc="31" strike="noStrike">
                <a:solidFill>
                  <a:srgbClr val="6A2E2E"/>
                </a:solidFill>
                <a:effectLst/>
                <a:uFillTx/>
                <a:latin typeface="Calibri"/>
              </a:rPr>
              <a:t>self-</a:t>
            </a:r>
            <a:r>
              <a:rPr lang="en-IN" sz="650" b="0" u="none" spc="-11" strike="noStrike">
                <a:solidFill>
                  <a:srgbClr val="6A2E2E"/>
                </a:solidFill>
                <a:effectLst/>
                <a:uFillTx/>
                <a:latin typeface="Calibri"/>
              </a:rPr>
              <a:t>approve.</a:t>
            </a:r>
            <a:endParaRPr lang="en-IN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object 67"/>
          <p:cNvSpPr/>
          <p:nvPr/>
        </p:nvSpPr>
        <p:spPr>
          <a:xfrm>
            <a:off x="6708960" y="1799640"/>
            <a:ext cx="106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200" b="1" u="none" spc="-51" strike="noStrike">
                <a:solidFill>
                  <a:srgbClr val="FFFFFF"/>
                </a:solidFill>
                <a:effectLst/>
                <a:uFillTx/>
                <a:latin typeface="Calibri"/>
              </a:rPr>
              <a:t>C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object 68"/>
          <p:cNvSpPr/>
          <p:nvPr/>
        </p:nvSpPr>
        <p:spPr>
          <a:xfrm>
            <a:off x="518040" y="3180240"/>
            <a:ext cx="18378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Concept</a:t>
            </a:r>
            <a:r>
              <a:rPr lang="en-IN" sz="1350" b="1" u="none" spc="-45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selection</a:t>
            </a:r>
            <a:r>
              <a:rPr lang="en-IN" sz="1350" b="1" u="none" spc="-40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3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criteria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object 69"/>
          <p:cNvSpPr/>
          <p:nvPr/>
        </p:nvSpPr>
        <p:spPr>
          <a:xfrm>
            <a:off x="573120" y="4503960"/>
            <a:ext cx="7070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Next</a:t>
            </a:r>
            <a:r>
              <a:rPr lang="en-IN" sz="1100" b="1" u="none" spc="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action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object 70"/>
          <p:cNvSpPr/>
          <p:nvPr/>
        </p:nvSpPr>
        <p:spPr>
          <a:xfrm>
            <a:off x="5880600" y="4503960"/>
            <a:ext cx="5648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Due</a:t>
            </a:r>
            <a:r>
              <a:rPr lang="en-IN" sz="1100" b="1" u="none" spc="40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20" strike="noStrike">
                <a:solidFill>
                  <a:srgbClr val="FFFFFF"/>
                </a:solidFill>
                <a:effectLst/>
                <a:uFillTx/>
                <a:latin typeface="Calibri"/>
              </a:rPr>
              <a:t>date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object 71"/>
          <p:cNvSpPr/>
          <p:nvPr/>
        </p:nvSpPr>
        <p:spPr>
          <a:xfrm>
            <a:off x="7299000" y="4503960"/>
            <a:ext cx="10868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Evidence</a:t>
            </a:r>
            <a:r>
              <a:rPr lang="en-IN" sz="1100" b="1" u="none" spc="45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</a:t>
            </a:r>
            <a:r>
              <a:rPr lang="en-IN" sz="1100" b="1" u="none" spc="51" strike="noStrike">
                <a:solidFill>
                  <a:srgbClr val="FFFFFF"/>
                </a:solidFill>
                <a:effectLst/>
                <a:uFillTx/>
                <a:latin typeface="Calibri"/>
              </a:rPr>
              <a:t> </a:t>
            </a: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output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object 72"/>
          <p:cNvSpPr/>
          <p:nvPr/>
        </p:nvSpPr>
        <p:spPr>
          <a:xfrm>
            <a:off x="1154880" y="1738800"/>
            <a:ext cx="192384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Fresh</a:t>
            </a:r>
            <a:r>
              <a:rPr lang="en-IN" sz="1050" b="1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idea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IN" sz="1050" b="1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-different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mechanism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object 73"/>
          <p:cNvSpPr/>
          <p:nvPr/>
        </p:nvSpPr>
        <p:spPr>
          <a:xfrm>
            <a:off x="4112640" y="1761480"/>
            <a:ext cx="20628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Fresh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idea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—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different</a:t>
            </a:r>
            <a:r>
              <a:rPr lang="en-IN" sz="1050" b="1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architecture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object 74"/>
          <p:cNvSpPr/>
          <p:nvPr/>
        </p:nvSpPr>
        <p:spPr>
          <a:xfrm>
            <a:off x="3555360" y="2144880"/>
            <a:ext cx="267732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11000"/>
              </a:lnSpc>
              <a:spcBef>
                <a:spcPts val="99"/>
              </a:spcBef>
            </a:pP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GPS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+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accelerometer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sensors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with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citizen/driver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reporting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app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Different</a:t>
            </a:r>
            <a:r>
              <a:rPr lang="en-IN" sz="700" b="1" u="none" spc="1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mechanism/architecture:</a:t>
            </a:r>
            <a:r>
              <a:rPr lang="en-IN" sz="700" b="1" u="none" spc="113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Skips</a:t>
            </a:r>
            <a:r>
              <a:rPr lang="en-IN" sz="700" b="1" u="none" spc="1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computer</a:t>
            </a:r>
            <a:r>
              <a:rPr lang="en-IN" sz="700" b="1" u="none" spc="113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vision</a:t>
            </a:r>
            <a:r>
              <a:rPr lang="en-IN" sz="700" b="1" u="none" spc="1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entirely.</a:t>
            </a:r>
            <a:r>
              <a:rPr lang="en-IN" sz="700" b="1" u="none" spc="113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51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low-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cost</a:t>
            </a:r>
            <a:r>
              <a:rPr lang="en-IN" sz="700" b="1" u="none" spc="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accelerometer-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GPS</a:t>
            </a:r>
            <a:r>
              <a:rPr lang="en-IN" sz="700" b="1" u="none" spc="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unit</a:t>
            </a:r>
            <a:r>
              <a:rPr lang="en-IN" sz="700" b="1" u="none" spc="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detects</a:t>
            </a:r>
            <a:r>
              <a:rPr lang="en-IN" sz="700" b="1" u="none" spc="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potholes</a:t>
            </a:r>
            <a:r>
              <a:rPr lang="en-IN" sz="700" b="1" u="none" spc="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through</a:t>
            </a:r>
            <a:r>
              <a:rPr lang="en-IN" sz="700" b="1" u="none" spc="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suspension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jolts,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simple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app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lets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drivers/citizens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flag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hazards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manually.</a:t>
            </a:r>
            <a:r>
              <a:rPr lang="en-IN" sz="70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Far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cheaper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hardware,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 no camera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or AI pipeline,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 privacy concerns</a:t>
            </a:r>
            <a:r>
              <a:rPr lang="en-IN" sz="7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 </a:t>
            </a:r>
            <a:r>
              <a:rPr lang="en-IN" sz="7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but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less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detail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(no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classification,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plate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capture).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object 75"/>
          <p:cNvSpPr/>
          <p:nvPr/>
        </p:nvSpPr>
        <p:spPr>
          <a:xfrm>
            <a:off x="6473160" y="1733400"/>
            <a:ext cx="276192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5520" rIns="0" bIns="0" anchor="t">
            <a:spAutoFit/>
          </a:bodyPr>
          <a:p>
            <a:pPr marL="511920">
              <a:lnSpc>
                <a:spcPct val="100000"/>
              </a:lnSpc>
              <a:spcBef>
                <a:spcPts val="516"/>
              </a:spcBef>
            </a:pP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Fresh</a:t>
            </a:r>
            <a:r>
              <a:rPr lang="en-IN" sz="1050" b="1" u="none" spc="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idea</a:t>
            </a:r>
            <a:r>
              <a:rPr lang="en-IN" sz="1050" b="1" u="none" spc="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IN" sz="1050" b="1" u="none" spc="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—</a:t>
            </a:r>
            <a:r>
              <a:rPr lang="en-IN" sz="1050" b="1" u="none" spc="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process/low-</a:t>
            </a:r>
            <a:r>
              <a:rPr lang="en-IN" sz="1050" b="1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tech/non-</a:t>
            </a:r>
            <a:r>
              <a:rPr lang="en-IN" sz="1050" b="1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AI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58720" algn="ctr">
              <a:lnSpc>
                <a:spcPct val="111000"/>
              </a:lnSpc>
              <a:spcBef>
                <a:spcPts val="190"/>
              </a:spcBef>
            </a:pP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Structured</a:t>
            </a:r>
            <a:r>
              <a:rPr lang="en-IN" sz="7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</a:t>
            </a:r>
            <a:r>
              <a:rPr lang="en-IN" sz="7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</a:t>
            </a:r>
            <a:r>
              <a:rPr lang="en-IN" sz="7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and</a:t>
            </a:r>
            <a:r>
              <a:rPr lang="en-IN" sz="7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complaint-triage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workflow: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720" algn="ctr">
              <a:lnSpc>
                <a:spcPct val="111000"/>
              </a:lnSpc>
              <a:spcBef>
                <a:spcPts val="45"/>
              </a:spcBef>
              <a:tabLst>
                <a:tab pos="0" algn="l"/>
              </a:tabLst>
            </a:pP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Fixed-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schedule</a:t>
            </a:r>
            <a:r>
              <a:rPr lang="en-IN" sz="7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manual</a:t>
            </a:r>
            <a:r>
              <a:rPr lang="en-IN" sz="7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7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inspections</a:t>
            </a:r>
            <a:r>
              <a:rPr lang="en-IN" sz="7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plus</a:t>
            </a:r>
            <a:r>
              <a:rPr lang="en-IN" sz="7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standardized</a:t>
            </a:r>
            <a:r>
              <a:rPr lang="en-IN" sz="75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digital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hazard-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report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form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for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drivers,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aggregated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into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priority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dashboard.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Zero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AI,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zero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new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hardware.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This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is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baseline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case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—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if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it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captures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most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value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at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fraction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cost,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that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has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be</a:t>
            </a:r>
            <a:r>
              <a:rPr lang="en-IN" sz="75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acknowledged,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not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dismissed.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object 76"/>
          <p:cNvSpPr/>
          <p:nvPr/>
        </p:nvSpPr>
        <p:spPr>
          <a:xfrm>
            <a:off x="604080" y="2116800"/>
            <a:ext cx="17542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AI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computer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vision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75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existing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7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cameras:</a:t>
            </a:r>
            <a:endParaRPr lang="en-IN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object 77"/>
          <p:cNvSpPr/>
          <p:nvPr/>
        </p:nvSpPr>
        <p:spPr>
          <a:xfrm>
            <a:off x="9537480" y="2059920"/>
            <a:ext cx="21960" cy="21960"/>
          </a:xfrm>
          <a:custGeom>
            <a:avLst/>
            <a:gdLst>
              <a:gd name="textAreaLeft" fmla="*/ 0 w 21960"/>
              <a:gd name="textAreaRight" fmla="*/ 22320 w 219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2225" h="22225">
                <a:moveTo>
                  <a:pt x="14181" y="22224"/>
                </a:moveTo>
                <a:lnTo>
                  <a:pt x="8043" y="22224"/>
                </a:lnTo>
                <a:lnTo>
                  <a:pt x="5424" y="21140"/>
                </a:lnTo>
                <a:lnTo>
                  <a:pt x="1084" y="16800"/>
                </a:lnTo>
                <a:lnTo>
                  <a:pt x="0" y="14181"/>
                </a:lnTo>
                <a:lnTo>
                  <a:pt x="0" y="8043"/>
                </a:lnTo>
                <a:lnTo>
                  <a:pt x="1084" y="5424"/>
                </a:lnTo>
                <a:lnTo>
                  <a:pt x="5424" y="1084"/>
                </a:lnTo>
                <a:lnTo>
                  <a:pt x="8043" y="0"/>
                </a:lnTo>
                <a:lnTo>
                  <a:pt x="14181" y="0"/>
                </a:lnTo>
                <a:lnTo>
                  <a:pt x="16800" y="1084"/>
                </a:lnTo>
                <a:lnTo>
                  <a:pt x="21140" y="5424"/>
                </a:lnTo>
                <a:lnTo>
                  <a:pt x="22224" y="8043"/>
                </a:lnTo>
                <a:lnTo>
                  <a:pt x="22224" y="11112"/>
                </a:lnTo>
                <a:lnTo>
                  <a:pt x="22224" y="14181"/>
                </a:lnTo>
                <a:lnTo>
                  <a:pt x="21140" y="16800"/>
                </a:lnTo>
                <a:lnTo>
                  <a:pt x="16800" y="21140"/>
                </a:lnTo>
                <a:lnTo>
                  <a:pt x="14181" y="22224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object 78"/>
          <p:cNvSpPr/>
          <p:nvPr/>
        </p:nvSpPr>
        <p:spPr>
          <a:xfrm>
            <a:off x="9544680" y="2280960"/>
            <a:ext cx="21960" cy="21960"/>
          </a:xfrm>
          <a:custGeom>
            <a:avLst/>
            <a:gdLst>
              <a:gd name="textAreaLeft" fmla="*/ 0 w 21960"/>
              <a:gd name="textAreaRight" fmla="*/ 22320 w 219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2225" h="22225">
                <a:moveTo>
                  <a:pt x="14181" y="22225"/>
                </a:moveTo>
                <a:lnTo>
                  <a:pt x="8043" y="22225"/>
                </a:lnTo>
                <a:lnTo>
                  <a:pt x="5424" y="21140"/>
                </a:lnTo>
                <a:lnTo>
                  <a:pt x="1084" y="16800"/>
                </a:lnTo>
                <a:lnTo>
                  <a:pt x="0" y="14181"/>
                </a:lnTo>
                <a:lnTo>
                  <a:pt x="0" y="8043"/>
                </a:lnTo>
                <a:lnTo>
                  <a:pt x="1084" y="5424"/>
                </a:lnTo>
                <a:lnTo>
                  <a:pt x="5424" y="1084"/>
                </a:lnTo>
                <a:lnTo>
                  <a:pt x="8043" y="0"/>
                </a:lnTo>
                <a:lnTo>
                  <a:pt x="14181" y="0"/>
                </a:lnTo>
                <a:lnTo>
                  <a:pt x="16800" y="1084"/>
                </a:lnTo>
                <a:lnTo>
                  <a:pt x="21140" y="5424"/>
                </a:lnTo>
                <a:lnTo>
                  <a:pt x="22225" y="8043"/>
                </a:lnTo>
                <a:lnTo>
                  <a:pt x="22225" y="11112"/>
                </a:lnTo>
                <a:lnTo>
                  <a:pt x="22225" y="14181"/>
                </a:lnTo>
                <a:lnTo>
                  <a:pt x="21140" y="16800"/>
                </a:lnTo>
                <a:lnTo>
                  <a:pt x="16800" y="21140"/>
                </a:lnTo>
                <a:lnTo>
                  <a:pt x="14181" y="22225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object 79"/>
          <p:cNvSpPr/>
          <p:nvPr/>
        </p:nvSpPr>
        <p:spPr>
          <a:xfrm>
            <a:off x="9556560" y="2525040"/>
            <a:ext cx="21960" cy="21960"/>
          </a:xfrm>
          <a:custGeom>
            <a:avLst/>
            <a:gdLst>
              <a:gd name="textAreaLeft" fmla="*/ 0 w 21960"/>
              <a:gd name="textAreaRight" fmla="*/ 22320 w 219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2225" h="22225">
                <a:moveTo>
                  <a:pt x="14181" y="22225"/>
                </a:moveTo>
                <a:lnTo>
                  <a:pt x="8043" y="22225"/>
                </a:lnTo>
                <a:lnTo>
                  <a:pt x="5424" y="21140"/>
                </a:lnTo>
                <a:lnTo>
                  <a:pt x="1084" y="16800"/>
                </a:lnTo>
                <a:lnTo>
                  <a:pt x="0" y="14181"/>
                </a:lnTo>
                <a:lnTo>
                  <a:pt x="0" y="8043"/>
                </a:lnTo>
                <a:lnTo>
                  <a:pt x="1084" y="5424"/>
                </a:lnTo>
                <a:lnTo>
                  <a:pt x="5424" y="1084"/>
                </a:lnTo>
                <a:lnTo>
                  <a:pt x="8043" y="0"/>
                </a:lnTo>
                <a:lnTo>
                  <a:pt x="14181" y="0"/>
                </a:lnTo>
                <a:lnTo>
                  <a:pt x="16800" y="1084"/>
                </a:lnTo>
                <a:lnTo>
                  <a:pt x="21140" y="5424"/>
                </a:lnTo>
                <a:lnTo>
                  <a:pt x="22225" y="8043"/>
                </a:lnTo>
                <a:lnTo>
                  <a:pt x="22225" y="11112"/>
                </a:lnTo>
                <a:lnTo>
                  <a:pt x="22225" y="14181"/>
                </a:lnTo>
                <a:lnTo>
                  <a:pt x="21140" y="16800"/>
                </a:lnTo>
                <a:lnTo>
                  <a:pt x="16800" y="21140"/>
                </a:lnTo>
                <a:lnTo>
                  <a:pt x="14181" y="22225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object 80"/>
          <p:cNvSpPr/>
          <p:nvPr/>
        </p:nvSpPr>
        <p:spPr>
          <a:xfrm>
            <a:off x="9557640" y="2687040"/>
            <a:ext cx="21960" cy="21960"/>
          </a:xfrm>
          <a:custGeom>
            <a:avLst/>
            <a:gdLst>
              <a:gd name="textAreaLeft" fmla="*/ 0 w 21960"/>
              <a:gd name="textAreaRight" fmla="*/ 22320 w 21960"/>
              <a:gd name="textAreaTop" fmla="*/ 0 h 21960"/>
              <a:gd name="textAreaBottom" fmla="*/ 22320 h 21960"/>
            </a:gdLst>
            <a:ahLst/>
            <a:cxnLst/>
            <a:rect l="textAreaLeft" t="textAreaTop" r="textAreaRight" b="textAreaBottom"/>
            <a:pathLst>
              <a:path w="22225" h="22225">
                <a:moveTo>
                  <a:pt x="14181" y="22225"/>
                </a:moveTo>
                <a:lnTo>
                  <a:pt x="8043" y="22225"/>
                </a:lnTo>
                <a:lnTo>
                  <a:pt x="5424" y="21140"/>
                </a:lnTo>
                <a:lnTo>
                  <a:pt x="1084" y="16800"/>
                </a:lnTo>
                <a:lnTo>
                  <a:pt x="0" y="14181"/>
                </a:lnTo>
                <a:lnTo>
                  <a:pt x="0" y="8043"/>
                </a:lnTo>
                <a:lnTo>
                  <a:pt x="1084" y="5424"/>
                </a:lnTo>
                <a:lnTo>
                  <a:pt x="5424" y="1084"/>
                </a:lnTo>
                <a:lnTo>
                  <a:pt x="8043" y="0"/>
                </a:lnTo>
                <a:lnTo>
                  <a:pt x="14181" y="0"/>
                </a:lnTo>
                <a:lnTo>
                  <a:pt x="16800" y="1084"/>
                </a:lnTo>
                <a:lnTo>
                  <a:pt x="21140" y="5424"/>
                </a:lnTo>
                <a:lnTo>
                  <a:pt x="22225" y="8043"/>
                </a:lnTo>
                <a:lnTo>
                  <a:pt x="22225" y="11112"/>
                </a:lnTo>
                <a:lnTo>
                  <a:pt x="22225" y="14181"/>
                </a:lnTo>
                <a:lnTo>
                  <a:pt x="21140" y="16800"/>
                </a:lnTo>
                <a:lnTo>
                  <a:pt x="16800" y="21140"/>
                </a:lnTo>
                <a:lnTo>
                  <a:pt x="14181" y="22225"/>
                </a:lnTo>
                <a:close/>
              </a:path>
            </a:pathLst>
          </a:custGeom>
          <a:solidFill>
            <a:srgbClr val="4E5B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object 81"/>
          <p:cNvSpPr/>
          <p:nvPr/>
        </p:nvSpPr>
        <p:spPr>
          <a:xfrm>
            <a:off x="9564480" y="1693800"/>
            <a:ext cx="2176920" cy="10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7920" rIns="0" bIns="0" anchor="t">
            <a:spAutoFit/>
          </a:bodyPr>
          <a:p>
            <a:pPr marL="12600">
              <a:lnSpc>
                <a:spcPct val="100000"/>
              </a:lnSpc>
              <a:spcBef>
                <a:spcPts val="771"/>
              </a:spcBef>
            </a:pPr>
            <a:r>
              <a:rPr lang="en-IN" sz="1050" b="1" u="none" strike="noStrike">
                <a:solidFill>
                  <a:srgbClr val="17324D"/>
                </a:solidFill>
                <a:effectLst/>
                <a:uFillTx/>
                <a:latin typeface="Calibri"/>
              </a:rPr>
              <a:t>CONCEPT</a:t>
            </a:r>
            <a:r>
              <a:rPr lang="en-IN" sz="1050" b="1" u="none" spc="34" strike="noStrike">
                <a:solidFill>
                  <a:srgbClr val="17324D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11" strike="noStrike">
                <a:solidFill>
                  <a:srgbClr val="17324D"/>
                </a:solidFill>
                <a:effectLst/>
                <a:uFillTx/>
                <a:latin typeface="Calibri"/>
              </a:rPr>
              <a:t>REVIEWERS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640">
              <a:lnSpc>
                <a:spcPct val="111000"/>
              </a:lnSpc>
              <a:spcBef>
                <a:spcPts val="349"/>
              </a:spcBef>
            </a:pP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Primary</a:t>
            </a:r>
            <a:r>
              <a:rPr lang="en-IN" sz="7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users: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Municipal</a:t>
            </a:r>
            <a:r>
              <a:rPr lang="en-IN" sz="700" b="1" u="none" spc="-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road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maintenance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department,</a:t>
            </a:r>
            <a:r>
              <a:rPr lang="en-IN" sz="700" b="1" u="none" spc="499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traffic</a:t>
            </a:r>
            <a:r>
              <a:rPr lang="en-IN" sz="700" b="1" u="none" spc="2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840">
              <a:lnSpc>
                <a:spcPts val="805"/>
              </a:lnSpc>
            </a:pP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Approver/buyer:</a:t>
            </a:r>
            <a:r>
              <a:rPr lang="en-IN" sz="7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State transport corporation /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Smart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8840">
              <a:lnSpc>
                <a:spcPct val="100000"/>
              </a:lnSpc>
              <a:spcBef>
                <a:spcPts val="96"/>
              </a:spcBef>
            </a:pP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City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Mission</a:t>
            </a:r>
            <a:r>
              <a:rPr lang="en-IN" sz="7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office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720">
              <a:lnSpc>
                <a:spcPct val="100000"/>
              </a:lnSpc>
              <a:spcBef>
                <a:spcPts val="145"/>
              </a:spcBef>
            </a:pP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Vertical</a:t>
            </a:r>
            <a:r>
              <a:rPr lang="en-IN" sz="7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specialist:</a:t>
            </a:r>
            <a:r>
              <a:rPr lang="en-IN" sz="7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Course</a:t>
            </a:r>
            <a:r>
              <a:rPr lang="en-IN" sz="7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technical/domain</a:t>
            </a:r>
            <a:r>
              <a:rPr lang="en-IN" sz="700" b="1" u="none" spc="3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mentor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2160">
              <a:lnSpc>
                <a:spcPct val="100000"/>
              </a:lnSpc>
              <a:spcBef>
                <a:spcPts val="434"/>
              </a:spcBef>
            </a:pP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Number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+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date: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Team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[your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number]—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16</a:t>
            </a:r>
            <a:r>
              <a:rPr lang="en-IN" sz="7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Oct</a:t>
            </a:r>
            <a:r>
              <a:rPr lang="en-IN" sz="7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7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2026</a:t>
            </a:r>
            <a:endParaRPr lang="en-IN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ftr" idx="32"/>
          </p:nvPr>
        </p:nvSpPr>
        <p:spPr>
          <a:xfrm>
            <a:off x="426240" y="6555240"/>
            <a:ext cx="3228120" cy="14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955"/>
              </a:lnSpc>
              <a:buNone/>
              <a:def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955"/>
              </a:lnSpc>
              <a:buNone/>
            </a:pP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SoI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Innovation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Projects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AY2026-27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|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Phase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1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due</a:t>
            </a:r>
            <a:r>
              <a:rPr lang="en-IN" sz="900" b="0" u="none" spc="-6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30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trike="noStrike">
                <a:solidFill>
                  <a:srgbClr val="7B868E"/>
                </a:solidFill>
                <a:effectLst/>
                <a:uFillTx/>
                <a:latin typeface="Calibri"/>
              </a:rPr>
              <a:t>September</a:t>
            </a:r>
            <a:r>
              <a:rPr lang="en-IN" sz="900" b="0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 </a:t>
            </a:r>
            <a:r>
              <a:rPr lang="en-IN" sz="900" b="0" u="none" spc="-20" strike="noStrike">
                <a:solidFill>
                  <a:srgbClr val="7B868E"/>
                </a:solidFill>
                <a:effectLst/>
                <a:uFillTx/>
                <a:latin typeface="Calibri"/>
              </a:rPr>
              <a:t>2026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33"/>
          </p:nvPr>
        </p:nvSpPr>
        <p:spPr>
          <a:xfrm>
            <a:off x="11455920" y="6562800"/>
            <a:ext cx="287280" cy="13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879"/>
              </a:lnSpc>
              <a:buNone/>
              <a:def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defRPr>
            </a:lvl1pPr>
          </a:lstStyle>
          <a:p>
            <a:pPr marL="12600" indent="0" algn="l">
              <a:lnSpc>
                <a:spcPts val="879"/>
              </a:lnSpc>
              <a:buNone/>
            </a:pPr>
            <a:fld id="{0408385F-E944-4563-839D-AF738BB59829}" type="slidenum"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&lt;number&gt;</a:t>
            </a:fld>
            <a:r>
              <a:rPr lang="en-IN" sz="800" b="1" u="none" spc="-11" strike="noStrike">
                <a:solidFill>
                  <a:srgbClr val="7B868E"/>
                </a:solidFill>
                <a:effectLst/>
                <a:uFillTx/>
                <a:latin typeface="Calibri"/>
              </a:rPr>
              <a:t>/10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object 82"/>
          <p:cNvSpPr/>
          <p:nvPr/>
        </p:nvSpPr>
        <p:spPr>
          <a:xfrm>
            <a:off x="518040" y="4812480"/>
            <a:ext cx="39060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Interview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depot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managers/traffic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police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on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current</a:t>
            </a:r>
            <a:r>
              <a:rPr lang="en-IN" sz="90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defect-reporting</a:t>
            </a:r>
            <a:r>
              <a:rPr lang="en-IN" sz="900" b="1" u="none" spc="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workflow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object 83"/>
          <p:cNvSpPr/>
          <p:nvPr/>
        </p:nvSpPr>
        <p:spPr>
          <a:xfrm>
            <a:off x="558720" y="5371200"/>
            <a:ext cx="36154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Collect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5–10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user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reactions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to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one-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page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concept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sketch</a:t>
            </a:r>
            <a:r>
              <a:rPr lang="en-IN" sz="900" b="1" u="none" spc="-1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of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the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leading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idea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object 84"/>
          <p:cNvSpPr/>
          <p:nvPr/>
        </p:nvSpPr>
        <p:spPr>
          <a:xfrm>
            <a:off x="5974920" y="4784040"/>
            <a:ext cx="7038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50" b="0" u="none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5</a:t>
            </a:r>
            <a:r>
              <a:rPr lang="en-IN" sz="1150" b="0" u="none" spc="11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 </a:t>
            </a:r>
            <a:r>
              <a:rPr lang="en-IN" sz="1150" b="0" u="none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Oct</a:t>
            </a:r>
            <a:r>
              <a:rPr lang="en-IN" sz="1150" b="0" u="none" spc="14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 </a:t>
            </a:r>
            <a:r>
              <a:rPr lang="en-IN" sz="1150" b="0" u="none" spc="-20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2026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object 85"/>
          <p:cNvSpPr/>
          <p:nvPr/>
        </p:nvSpPr>
        <p:spPr>
          <a:xfrm>
            <a:off x="5964120" y="5069520"/>
            <a:ext cx="778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50" b="0" u="none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12</a:t>
            </a:r>
            <a:r>
              <a:rPr lang="en-IN" sz="1150" b="0" u="none" spc="14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 </a:t>
            </a:r>
            <a:r>
              <a:rPr lang="en-IN" sz="1150" b="0" u="none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Oct</a:t>
            </a:r>
            <a:r>
              <a:rPr lang="en-IN" sz="1150" b="0" u="none" spc="14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 </a:t>
            </a:r>
            <a:r>
              <a:rPr lang="en-IN" sz="1150" b="0" u="none" spc="-20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2026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object 86"/>
          <p:cNvSpPr/>
          <p:nvPr/>
        </p:nvSpPr>
        <p:spPr>
          <a:xfrm>
            <a:off x="5937840" y="5351400"/>
            <a:ext cx="778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1150" b="0" u="none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17</a:t>
            </a:r>
            <a:r>
              <a:rPr lang="en-IN" sz="1150" b="0" u="none" spc="14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 </a:t>
            </a:r>
            <a:r>
              <a:rPr lang="en-IN" sz="1150" b="0" u="none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Oct</a:t>
            </a:r>
            <a:r>
              <a:rPr lang="en-IN" sz="1150" b="0" u="none" spc="14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 </a:t>
            </a:r>
            <a:r>
              <a:rPr lang="en-IN" sz="1150" b="0" u="none" spc="-20" strike="noStrike">
                <a:solidFill>
                  <a:srgbClr val="4E5B61"/>
                </a:solidFill>
                <a:effectLst/>
                <a:uFillTx/>
                <a:latin typeface="Palatino Linotype"/>
              </a:rPr>
              <a:t>2026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object 87"/>
          <p:cNvSpPr/>
          <p:nvPr/>
        </p:nvSpPr>
        <p:spPr>
          <a:xfrm>
            <a:off x="4462200" y="4404240"/>
            <a:ext cx="91152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560" rIns="0" bIns="0" anchor="t">
            <a:spAutoFit/>
          </a:bodyPr>
          <a:p>
            <a:pPr marL="12600">
              <a:lnSpc>
                <a:spcPct val="100000"/>
              </a:lnSpc>
              <a:spcBef>
                <a:spcPts val="910"/>
              </a:spcBef>
            </a:pPr>
            <a:r>
              <a:rPr lang="en-IN" sz="1100" b="1" u="none" spc="-11" strike="noStrike">
                <a:solidFill>
                  <a:srgbClr val="FFFFFF"/>
                </a:solidFill>
                <a:effectLst/>
                <a:uFillTx/>
                <a:latin typeface="Calibri"/>
              </a:rPr>
              <a:t>Owner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7480">
              <a:lnSpc>
                <a:spcPct val="100000"/>
              </a:lnSpc>
              <a:spcBef>
                <a:spcPts val="785"/>
              </a:spcBef>
            </a:pPr>
            <a:r>
              <a:rPr lang="en-IN" sz="10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Research</a:t>
            </a:r>
            <a:r>
              <a:rPr lang="en-IN" sz="1050" b="1" u="none" spc="65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10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Lead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object 88"/>
          <p:cNvSpPr/>
          <p:nvPr/>
        </p:nvSpPr>
        <p:spPr>
          <a:xfrm>
            <a:off x="518040" y="5079600"/>
            <a:ext cx="478692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Estimate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cost: edge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AI 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hardware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(A) vs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sensor unit (B)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vs </a:t>
            </a:r>
            <a:r>
              <a:rPr lang="en-IN" sz="90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zero-</a:t>
            </a:r>
            <a:r>
              <a:rPr lang="en-IN" sz="90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hardware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(C) per</a:t>
            </a:r>
            <a:r>
              <a:rPr lang="en-IN" sz="900" b="1" u="none" spc="-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0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bus</a:t>
            </a:r>
            <a:r>
              <a:rPr lang="en-IN" sz="900" b="1" u="none" spc="215" strike="noStrike">
                <a:solidFill>
                  <a:srgbClr val="4E5B61"/>
                </a:solidFill>
                <a:effectLst/>
                <a:uFillTx/>
                <a:latin typeface="Calibri"/>
              </a:rPr>
              <a:t>  </a:t>
            </a:r>
            <a:r>
              <a:rPr lang="en-IN" sz="950" b="1" u="none" spc="-11" strike="noStrike">
                <a:solidFill>
                  <a:srgbClr val="4E5B61"/>
                </a:solidFill>
                <a:effectLst/>
                <a:uFillTx/>
                <a:latin typeface="Calibri"/>
              </a:rPr>
              <a:t>Technical</a:t>
            </a:r>
            <a:r>
              <a:rPr lang="en-IN" sz="950" b="1" u="none" spc="6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Lead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object 89"/>
          <p:cNvSpPr/>
          <p:nvPr/>
        </p:nvSpPr>
        <p:spPr>
          <a:xfrm>
            <a:off x="4537800" y="5400360"/>
            <a:ext cx="901440" cy="1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IN" sz="950" b="1" u="none" strike="noStrike">
                <a:solidFill>
                  <a:srgbClr val="4E5B61"/>
                </a:solidFill>
                <a:effectLst/>
                <a:uFillTx/>
                <a:latin typeface="Calibri"/>
              </a:rPr>
              <a:t>Product/UX</a:t>
            </a:r>
            <a:r>
              <a:rPr lang="en-IN" sz="950" b="1" u="none" spc="54" strike="noStrike">
                <a:solidFill>
                  <a:srgbClr val="4E5B61"/>
                </a:solidFill>
                <a:effectLst/>
                <a:uFillTx/>
                <a:latin typeface="Calibri"/>
              </a:rPr>
              <a:t> </a:t>
            </a:r>
            <a:r>
              <a:rPr lang="en-IN" sz="950" b="1" u="none" spc="-20" strike="noStrike">
                <a:solidFill>
                  <a:srgbClr val="4E5B61"/>
                </a:solidFill>
                <a:effectLst/>
                <a:uFillTx/>
                <a:latin typeface="Calibri"/>
              </a:rPr>
              <a:t>Lead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2026-09-30T09:02:45Z</dcterms:created>
  <dc:creator>Mouliga Ammu</dc:creator>
  <dc:description/>
  <cp:keywords>DAHWLh1w-mg BAGvFQ6dwpQ</cp:keywords>
  <dc:language>en-IN</dc:language>
  <cp:lastModifiedBy/>
  <dcterms:modified xsi:type="dcterms:W3CDTF">2026-09-30T14:42:26Z</dcterms:modified>
  <cp:revision>1</cp:revision>
  <dc:subject/>
  <dc:title>[P-2025-29-CD-009-AY26-27] | [ ]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2026-09-30T00:00:00Z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Canva</vt:lpwstr>
  </property>
</Properties>
</file>